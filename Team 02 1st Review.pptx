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61" r:id="rId4"/>
    <p:sldId id="272" r:id="rId5"/>
    <p:sldId id="258" r:id="rId6"/>
    <p:sldId id="271" r:id="rId7"/>
    <p:sldId id="270"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p:scale>
          <a:sx n="48" d="100"/>
          <a:sy n="48" d="100"/>
        </p:scale>
        <p:origin x="2030" y="6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1CDC48-004B-49A5-9DD2-8F9C0C39EB24}" type="datetimeFigureOut">
              <a:rPr lang="en-IN" smtClean="0"/>
              <a:t>03-03-2026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03BF9A-226A-4D59-AACB-05DDF9E8E85F}" type="slidenum">
              <a:rPr lang="en-IN" smtClean="0"/>
              <a:t>‹#›</a:t>
            </a:fld>
            <a:endParaRPr lang="en-IN"/>
          </a:p>
        </p:txBody>
      </p:sp>
    </p:spTree>
    <p:extLst>
      <p:ext uri="{BB962C8B-B14F-4D97-AF65-F5344CB8AC3E}">
        <p14:creationId xmlns:p14="http://schemas.microsoft.com/office/powerpoint/2010/main" val="1447465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0DCA8-A7A0-A746-D2A1-C490B8A526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C8670E-42A6-875C-369B-9F0211C46E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7E8BA9A-1AA0-EAEB-4FF4-3DDF6E10123F}"/>
              </a:ext>
            </a:extLst>
          </p:cNvPr>
          <p:cNvSpPr>
            <a:spLocks noGrp="1"/>
          </p:cNvSpPr>
          <p:nvPr>
            <p:ph type="dt" sz="half" idx="10"/>
          </p:nvPr>
        </p:nvSpPr>
        <p:spPr/>
        <p:txBody>
          <a:bodyPr/>
          <a:lstStyle/>
          <a:p>
            <a:fld id="{4D4D34C1-CFAE-4B10-8936-D7BDC1D58129}" type="datetime1">
              <a:rPr lang="en-IN" smtClean="0"/>
              <a:t>03-03-2026</a:t>
            </a:fld>
            <a:endParaRPr lang="en-IN"/>
          </a:p>
        </p:txBody>
      </p:sp>
      <p:sp>
        <p:nvSpPr>
          <p:cNvPr id="5" name="Footer Placeholder 4">
            <a:extLst>
              <a:ext uri="{FF2B5EF4-FFF2-40B4-BE49-F238E27FC236}">
                <a16:creationId xmlns:a16="http://schemas.microsoft.com/office/drawing/2014/main" id="{E928C6FB-1BA0-4595-1D70-23164CE07321}"/>
              </a:ext>
            </a:extLst>
          </p:cNvPr>
          <p:cNvSpPr>
            <a:spLocks noGrp="1"/>
          </p:cNvSpPr>
          <p:nvPr>
            <p:ph type="ftr" sz="quarter" idx="11"/>
          </p:nvPr>
        </p:nvSpPr>
        <p:spPr/>
        <p:txBody>
          <a:bodyPr/>
          <a:lstStyle/>
          <a:p>
            <a:r>
              <a:rPr lang="en-IN"/>
              <a:t>MRIET 2024</a:t>
            </a:r>
          </a:p>
        </p:txBody>
      </p:sp>
      <p:sp>
        <p:nvSpPr>
          <p:cNvPr id="6" name="Slide Number Placeholder 5">
            <a:extLst>
              <a:ext uri="{FF2B5EF4-FFF2-40B4-BE49-F238E27FC236}">
                <a16:creationId xmlns:a16="http://schemas.microsoft.com/office/drawing/2014/main" id="{4B135F7E-3DF1-6788-943A-99AADF3FFA90}"/>
              </a:ext>
            </a:extLst>
          </p:cNvPr>
          <p:cNvSpPr>
            <a:spLocks noGrp="1"/>
          </p:cNvSpPr>
          <p:nvPr>
            <p:ph type="sldNum" sz="quarter" idx="12"/>
          </p:nvPr>
        </p:nvSpPr>
        <p:spPr/>
        <p:txBody>
          <a:bodyPr/>
          <a:lstStyle/>
          <a:p>
            <a:fld id="{8B80762C-F2FD-4145-979C-8E15085ED4A0}" type="slidenum">
              <a:rPr lang="en-IN" smtClean="0"/>
              <a:t>‹#›</a:t>
            </a:fld>
            <a:endParaRPr lang="en-IN"/>
          </a:p>
        </p:txBody>
      </p:sp>
    </p:spTree>
    <p:extLst>
      <p:ext uri="{BB962C8B-B14F-4D97-AF65-F5344CB8AC3E}">
        <p14:creationId xmlns:p14="http://schemas.microsoft.com/office/powerpoint/2010/main" val="2756577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6742B-FDC5-03E6-60DE-CDB3A12A52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5E1721-4A61-DBB5-B0C2-820C4163C0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0FD179-744A-9B3D-BEC6-C9872079F89D}"/>
              </a:ext>
            </a:extLst>
          </p:cNvPr>
          <p:cNvSpPr>
            <a:spLocks noGrp="1"/>
          </p:cNvSpPr>
          <p:nvPr>
            <p:ph type="dt" sz="half" idx="10"/>
          </p:nvPr>
        </p:nvSpPr>
        <p:spPr/>
        <p:txBody>
          <a:bodyPr/>
          <a:lstStyle/>
          <a:p>
            <a:fld id="{77B9A470-1865-4131-B7FE-F37C27291358}" type="datetime1">
              <a:rPr lang="en-IN" smtClean="0"/>
              <a:t>03-03-2026</a:t>
            </a:fld>
            <a:endParaRPr lang="en-IN"/>
          </a:p>
        </p:txBody>
      </p:sp>
      <p:sp>
        <p:nvSpPr>
          <p:cNvPr id="5" name="Footer Placeholder 4">
            <a:extLst>
              <a:ext uri="{FF2B5EF4-FFF2-40B4-BE49-F238E27FC236}">
                <a16:creationId xmlns:a16="http://schemas.microsoft.com/office/drawing/2014/main" id="{DFE9BF8A-ED34-2238-A87C-CDD690671BCE}"/>
              </a:ext>
            </a:extLst>
          </p:cNvPr>
          <p:cNvSpPr>
            <a:spLocks noGrp="1"/>
          </p:cNvSpPr>
          <p:nvPr>
            <p:ph type="ftr" sz="quarter" idx="11"/>
          </p:nvPr>
        </p:nvSpPr>
        <p:spPr/>
        <p:txBody>
          <a:bodyPr/>
          <a:lstStyle/>
          <a:p>
            <a:r>
              <a:rPr lang="en-IN"/>
              <a:t>MRIET 2024</a:t>
            </a:r>
          </a:p>
        </p:txBody>
      </p:sp>
      <p:sp>
        <p:nvSpPr>
          <p:cNvPr id="6" name="Slide Number Placeholder 5">
            <a:extLst>
              <a:ext uri="{FF2B5EF4-FFF2-40B4-BE49-F238E27FC236}">
                <a16:creationId xmlns:a16="http://schemas.microsoft.com/office/drawing/2014/main" id="{FF14B604-2818-A522-42C4-23A933A14530}"/>
              </a:ext>
            </a:extLst>
          </p:cNvPr>
          <p:cNvSpPr>
            <a:spLocks noGrp="1"/>
          </p:cNvSpPr>
          <p:nvPr>
            <p:ph type="sldNum" sz="quarter" idx="12"/>
          </p:nvPr>
        </p:nvSpPr>
        <p:spPr/>
        <p:txBody>
          <a:bodyPr/>
          <a:lstStyle/>
          <a:p>
            <a:fld id="{8B80762C-F2FD-4145-979C-8E15085ED4A0}" type="slidenum">
              <a:rPr lang="en-IN" smtClean="0"/>
              <a:t>‹#›</a:t>
            </a:fld>
            <a:endParaRPr lang="en-IN"/>
          </a:p>
        </p:txBody>
      </p:sp>
    </p:spTree>
    <p:extLst>
      <p:ext uri="{BB962C8B-B14F-4D97-AF65-F5344CB8AC3E}">
        <p14:creationId xmlns:p14="http://schemas.microsoft.com/office/powerpoint/2010/main" val="884102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B99CC-8977-2D16-7777-73B7CF39DE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E426DB6-B54E-11CA-0732-F204D31BF2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54A1C2-7977-02AF-7B41-8BE4E3577B3E}"/>
              </a:ext>
            </a:extLst>
          </p:cNvPr>
          <p:cNvSpPr>
            <a:spLocks noGrp="1"/>
          </p:cNvSpPr>
          <p:nvPr>
            <p:ph type="dt" sz="half" idx="10"/>
          </p:nvPr>
        </p:nvSpPr>
        <p:spPr/>
        <p:txBody>
          <a:bodyPr/>
          <a:lstStyle/>
          <a:p>
            <a:fld id="{66A0F605-6CCA-4984-B83C-616F47E6251C}" type="datetime1">
              <a:rPr lang="en-IN" smtClean="0"/>
              <a:t>03-03-2026</a:t>
            </a:fld>
            <a:endParaRPr lang="en-IN"/>
          </a:p>
        </p:txBody>
      </p:sp>
      <p:sp>
        <p:nvSpPr>
          <p:cNvPr id="5" name="Footer Placeholder 4">
            <a:extLst>
              <a:ext uri="{FF2B5EF4-FFF2-40B4-BE49-F238E27FC236}">
                <a16:creationId xmlns:a16="http://schemas.microsoft.com/office/drawing/2014/main" id="{149BF0EF-D59C-A917-8098-F2639D0E0586}"/>
              </a:ext>
            </a:extLst>
          </p:cNvPr>
          <p:cNvSpPr>
            <a:spLocks noGrp="1"/>
          </p:cNvSpPr>
          <p:nvPr>
            <p:ph type="ftr" sz="quarter" idx="11"/>
          </p:nvPr>
        </p:nvSpPr>
        <p:spPr/>
        <p:txBody>
          <a:bodyPr/>
          <a:lstStyle/>
          <a:p>
            <a:r>
              <a:rPr lang="en-IN"/>
              <a:t>MRIET 2024</a:t>
            </a:r>
          </a:p>
        </p:txBody>
      </p:sp>
      <p:sp>
        <p:nvSpPr>
          <p:cNvPr id="6" name="Slide Number Placeholder 5">
            <a:extLst>
              <a:ext uri="{FF2B5EF4-FFF2-40B4-BE49-F238E27FC236}">
                <a16:creationId xmlns:a16="http://schemas.microsoft.com/office/drawing/2014/main" id="{525F8F8D-552E-114A-C02E-906DDBAA24D2}"/>
              </a:ext>
            </a:extLst>
          </p:cNvPr>
          <p:cNvSpPr>
            <a:spLocks noGrp="1"/>
          </p:cNvSpPr>
          <p:nvPr>
            <p:ph type="sldNum" sz="quarter" idx="12"/>
          </p:nvPr>
        </p:nvSpPr>
        <p:spPr/>
        <p:txBody>
          <a:bodyPr/>
          <a:lstStyle/>
          <a:p>
            <a:fld id="{8B80762C-F2FD-4145-979C-8E15085ED4A0}" type="slidenum">
              <a:rPr lang="en-IN" smtClean="0"/>
              <a:t>‹#›</a:t>
            </a:fld>
            <a:endParaRPr lang="en-IN"/>
          </a:p>
        </p:txBody>
      </p:sp>
    </p:spTree>
    <p:extLst>
      <p:ext uri="{BB962C8B-B14F-4D97-AF65-F5344CB8AC3E}">
        <p14:creationId xmlns:p14="http://schemas.microsoft.com/office/powerpoint/2010/main" val="275978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04B29-258E-DE82-071A-6B0BF30345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9A2A8E-3433-54E9-17D4-6A3DA19141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C1F2C4-2F7E-7D9E-6C74-C55498F4E4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73BF099-BC45-DBDD-2638-BC54869F591C}"/>
              </a:ext>
            </a:extLst>
          </p:cNvPr>
          <p:cNvSpPr>
            <a:spLocks noGrp="1"/>
          </p:cNvSpPr>
          <p:nvPr>
            <p:ph type="dt" sz="half" idx="10"/>
          </p:nvPr>
        </p:nvSpPr>
        <p:spPr/>
        <p:txBody>
          <a:bodyPr/>
          <a:lstStyle/>
          <a:p>
            <a:fld id="{F84AB4C3-BB6A-46B4-BA84-0B183F7B6E9B}" type="datetime1">
              <a:rPr lang="en-IN" smtClean="0"/>
              <a:t>03-03-2026</a:t>
            </a:fld>
            <a:endParaRPr lang="en-IN"/>
          </a:p>
        </p:txBody>
      </p:sp>
      <p:sp>
        <p:nvSpPr>
          <p:cNvPr id="6" name="Footer Placeholder 5">
            <a:extLst>
              <a:ext uri="{FF2B5EF4-FFF2-40B4-BE49-F238E27FC236}">
                <a16:creationId xmlns:a16="http://schemas.microsoft.com/office/drawing/2014/main" id="{48D86FF7-373A-1CE8-A325-9280E972659A}"/>
              </a:ext>
            </a:extLst>
          </p:cNvPr>
          <p:cNvSpPr>
            <a:spLocks noGrp="1"/>
          </p:cNvSpPr>
          <p:nvPr>
            <p:ph type="ftr" sz="quarter" idx="11"/>
          </p:nvPr>
        </p:nvSpPr>
        <p:spPr/>
        <p:txBody>
          <a:bodyPr/>
          <a:lstStyle/>
          <a:p>
            <a:r>
              <a:rPr lang="en-IN"/>
              <a:t>MRIET 2024</a:t>
            </a:r>
          </a:p>
        </p:txBody>
      </p:sp>
      <p:sp>
        <p:nvSpPr>
          <p:cNvPr id="7" name="Slide Number Placeholder 6">
            <a:extLst>
              <a:ext uri="{FF2B5EF4-FFF2-40B4-BE49-F238E27FC236}">
                <a16:creationId xmlns:a16="http://schemas.microsoft.com/office/drawing/2014/main" id="{7E715CE6-BEF0-914C-A8B4-764EC4DB375B}"/>
              </a:ext>
            </a:extLst>
          </p:cNvPr>
          <p:cNvSpPr>
            <a:spLocks noGrp="1"/>
          </p:cNvSpPr>
          <p:nvPr>
            <p:ph type="sldNum" sz="quarter" idx="12"/>
          </p:nvPr>
        </p:nvSpPr>
        <p:spPr/>
        <p:txBody>
          <a:bodyPr/>
          <a:lstStyle/>
          <a:p>
            <a:fld id="{8B80762C-F2FD-4145-979C-8E15085ED4A0}" type="slidenum">
              <a:rPr lang="en-IN" smtClean="0"/>
              <a:t>‹#›</a:t>
            </a:fld>
            <a:endParaRPr lang="en-IN"/>
          </a:p>
        </p:txBody>
      </p:sp>
    </p:spTree>
    <p:extLst>
      <p:ext uri="{BB962C8B-B14F-4D97-AF65-F5344CB8AC3E}">
        <p14:creationId xmlns:p14="http://schemas.microsoft.com/office/powerpoint/2010/main" val="3451595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90E02-0B79-67D5-6071-2C87060BCA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40644A-7192-1846-01AC-2956217120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15ED10-B00E-FE84-800D-04A60787F1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EA8CF11-0297-0E4E-EB32-6404A5A0CA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619B41-ECBB-6C2F-CF12-C27FA09512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929F374-A686-B860-766D-4FC7F8AF8553}"/>
              </a:ext>
            </a:extLst>
          </p:cNvPr>
          <p:cNvSpPr>
            <a:spLocks noGrp="1"/>
          </p:cNvSpPr>
          <p:nvPr>
            <p:ph type="dt" sz="half" idx="10"/>
          </p:nvPr>
        </p:nvSpPr>
        <p:spPr/>
        <p:txBody>
          <a:bodyPr/>
          <a:lstStyle/>
          <a:p>
            <a:fld id="{43F465A2-CB21-46B9-BEA6-4ECFB6FD2E0D}" type="datetime1">
              <a:rPr lang="en-IN" smtClean="0"/>
              <a:t>03-03-2026</a:t>
            </a:fld>
            <a:endParaRPr lang="en-IN"/>
          </a:p>
        </p:txBody>
      </p:sp>
      <p:sp>
        <p:nvSpPr>
          <p:cNvPr id="8" name="Footer Placeholder 7">
            <a:extLst>
              <a:ext uri="{FF2B5EF4-FFF2-40B4-BE49-F238E27FC236}">
                <a16:creationId xmlns:a16="http://schemas.microsoft.com/office/drawing/2014/main" id="{1BC0F2AF-D370-649B-2EE7-251C15B14A9B}"/>
              </a:ext>
            </a:extLst>
          </p:cNvPr>
          <p:cNvSpPr>
            <a:spLocks noGrp="1"/>
          </p:cNvSpPr>
          <p:nvPr>
            <p:ph type="ftr" sz="quarter" idx="11"/>
          </p:nvPr>
        </p:nvSpPr>
        <p:spPr/>
        <p:txBody>
          <a:bodyPr/>
          <a:lstStyle/>
          <a:p>
            <a:r>
              <a:rPr lang="en-IN"/>
              <a:t>MRIET 2024</a:t>
            </a:r>
          </a:p>
        </p:txBody>
      </p:sp>
      <p:sp>
        <p:nvSpPr>
          <p:cNvPr id="9" name="Slide Number Placeholder 8">
            <a:extLst>
              <a:ext uri="{FF2B5EF4-FFF2-40B4-BE49-F238E27FC236}">
                <a16:creationId xmlns:a16="http://schemas.microsoft.com/office/drawing/2014/main" id="{14CD34BF-A808-9B30-280A-6E26821C6F0C}"/>
              </a:ext>
            </a:extLst>
          </p:cNvPr>
          <p:cNvSpPr>
            <a:spLocks noGrp="1"/>
          </p:cNvSpPr>
          <p:nvPr>
            <p:ph type="sldNum" sz="quarter" idx="12"/>
          </p:nvPr>
        </p:nvSpPr>
        <p:spPr/>
        <p:txBody>
          <a:bodyPr/>
          <a:lstStyle/>
          <a:p>
            <a:fld id="{8B80762C-F2FD-4145-979C-8E15085ED4A0}" type="slidenum">
              <a:rPr lang="en-IN" smtClean="0"/>
              <a:t>‹#›</a:t>
            </a:fld>
            <a:endParaRPr lang="en-IN"/>
          </a:p>
        </p:txBody>
      </p:sp>
    </p:spTree>
    <p:extLst>
      <p:ext uri="{BB962C8B-B14F-4D97-AF65-F5344CB8AC3E}">
        <p14:creationId xmlns:p14="http://schemas.microsoft.com/office/powerpoint/2010/main" val="3603169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C8262-CD50-A677-A9D4-E4D496EDBED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D59985-A26A-1E3B-15C3-A519D1308BFB}"/>
              </a:ext>
            </a:extLst>
          </p:cNvPr>
          <p:cNvSpPr>
            <a:spLocks noGrp="1"/>
          </p:cNvSpPr>
          <p:nvPr>
            <p:ph type="dt" sz="half" idx="10"/>
          </p:nvPr>
        </p:nvSpPr>
        <p:spPr/>
        <p:txBody>
          <a:bodyPr/>
          <a:lstStyle/>
          <a:p>
            <a:fld id="{B5697BB4-CB83-49C5-A5B0-B911C52AAF56}" type="datetime1">
              <a:rPr lang="en-IN" smtClean="0"/>
              <a:t>03-03-2026</a:t>
            </a:fld>
            <a:endParaRPr lang="en-IN"/>
          </a:p>
        </p:txBody>
      </p:sp>
      <p:sp>
        <p:nvSpPr>
          <p:cNvPr id="4" name="Footer Placeholder 3">
            <a:extLst>
              <a:ext uri="{FF2B5EF4-FFF2-40B4-BE49-F238E27FC236}">
                <a16:creationId xmlns:a16="http://schemas.microsoft.com/office/drawing/2014/main" id="{E7D61439-B381-EF64-BBCF-54339213BA05}"/>
              </a:ext>
            </a:extLst>
          </p:cNvPr>
          <p:cNvSpPr>
            <a:spLocks noGrp="1"/>
          </p:cNvSpPr>
          <p:nvPr>
            <p:ph type="ftr" sz="quarter" idx="11"/>
          </p:nvPr>
        </p:nvSpPr>
        <p:spPr/>
        <p:txBody>
          <a:bodyPr/>
          <a:lstStyle/>
          <a:p>
            <a:r>
              <a:rPr lang="en-IN"/>
              <a:t>MRIET 2024</a:t>
            </a:r>
          </a:p>
        </p:txBody>
      </p:sp>
      <p:sp>
        <p:nvSpPr>
          <p:cNvPr id="5" name="Slide Number Placeholder 4">
            <a:extLst>
              <a:ext uri="{FF2B5EF4-FFF2-40B4-BE49-F238E27FC236}">
                <a16:creationId xmlns:a16="http://schemas.microsoft.com/office/drawing/2014/main" id="{2DCC99B8-484E-7938-0659-F539FBC0B153}"/>
              </a:ext>
            </a:extLst>
          </p:cNvPr>
          <p:cNvSpPr>
            <a:spLocks noGrp="1"/>
          </p:cNvSpPr>
          <p:nvPr>
            <p:ph type="sldNum" sz="quarter" idx="12"/>
          </p:nvPr>
        </p:nvSpPr>
        <p:spPr/>
        <p:txBody>
          <a:bodyPr/>
          <a:lstStyle/>
          <a:p>
            <a:fld id="{8B80762C-F2FD-4145-979C-8E15085ED4A0}" type="slidenum">
              <a:rPr lang="en-IN" smtClean="0"/>
              <a:t>‹#›</a:t>
            </a:fld>
            <a:endParaRPr lang="en-IN"/>
          </a:p>
        </p:txBody>
      </p:sp>
    </p:spTree>
    <p:extLst>
      <p:ext uri="{BB962C8B-B14F-4D97-AF65-F5344CB8AC3E}">
        <p14:creationId xmlns:p14="http://schemas.microsoft.com/office/powerpoint/2010/main" val="2360626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879357-DC9B-D798-EC96-8CB2A3B3A0FA}"/>
              </a:ext>
            </a:extLst>
          </p:cNvPr>
          <p:cNvSpPr>
            <a:spLocks noGrp="1"/>
          </p:cNvSpPr>
          <p:nvPr>
            <p:ph type="dt" sz="half" idx="10"/>
          </p:nvPr>
        </p:nvSpPr>
        <p:spPr/>
        <p:txBody>
          <a:bodyPr/>
          <a:lstStyle/>
          <a:p>
            <a:fld id="{9208233E-5977-4899-9A00-E0AB5E556C80}" type="datetime1">
              <a:rPr lang="en-IN" smtClean="0"/>
              <a:t>03-03-2026</a:t>
            </a:fld>
            <a:endParaRPr lang="en-IN"/>
          </a:p>
        </p:txBody>
      </p:sp>
      <p:sp>
        <p:nvSpPr>
          <p:cNvPr id="3" name="Footer Placeholder 2">
            <a:extLst>
              <a:ext uri="{FF2B5EF4-FFF2-40B4-BE49-F238E27FC236}">
                <a16:creationId xmlns:a16="http://schemas.microsoft.com/office/drawing/2014/main" id="{FEE59B15-5ABB-24DB-EC93-8378CA7426E5}"/>
              </a:ext>
            </a:extLst>
          </p:cNvPr>
          <p:cNvSpPr>
            <a:spLocks noGrp="1"/>
          </p:cNvSpPr>
          <p:nvPr>
            <p:ph type="ftr" sz="quarter" idx="11"/>
          </p:nvPr>
        </p:nvSpPr>
        <p:spPr/>
        <p:txBody>
          <a:bodyPr/>
          <a:lstStyle/>
          <a:p>
            <a:r>
              <a:rPr lang="en-IN"/>
              <a:t>MRIET 2024</a:t>
            </a:r>
          </a:p>
        </p:txBody>
      </p:sp>
      <p:sp>
        <p:nvSpPr>
          <p:cNvPr id="4" name="Slide Number Placeholder 3">
            <a:extLst>
              <a:ext uri="{FF2B5EF4-FFF2-40B4-BE49-F238E27FC236}">
                <a16:creationId xmlns:a16="http://schemas.microsoft.com/office/drawing/2014/main" id="{5EDAE590-9BA9-6F1B-0338-D154F147DBB2}"/>
              </a:ext>
            </a:extLst>
          </p:cNvPr>
          <p:cNvSpPr>
            <a:spLocks noGrp="1"/>
          </p:cNvSpPr>
          <p:nvPr>
            <p:ph type="sldNum" sz="quarter" idx="12"/>
          </p:nvPr>
        </p:nvSpPr>
        <p:spPr/>
        <p:txBody>
          <a:bodyPr/>
          <a:lstStyle/>
          <a:p>
            <a:fld id="{8B80762C-F2FD-4145-979C-8E15085ED4A0}" type="slidenum">
              <a:rPr lang="en-IN" smtClean="0"/>
              <a:t>‹#›</a:t>
            </a:fld>
            <a:endParaRPr lang="en-IN"/>
          </a:p>
        </p:txBody>
      </p:sp>
    </p:spTree>
    <p:extLst>
      <p:ext uri="{BB962C8B-B14F-4D97-AF65-F5344CB8AC3E}">
        <p14:creationId xmlns:p14="http://schemas.microsoft.com/office/powerpoint/2010/main" val="104875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39D69-FDC2-98D8-E985-843C81A0FC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509F68B-81AE-ECEF-0424-311C287958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392C48-957E-3ED3-6DFF-6FE0F50CEF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5DDA39-0149-A31A-0B53-F666EEF53124}"/>
              </a:ext>
            </a:extLst>
          </p:cNvPr>
          <p:cNvSpPr>
            <a:spLocks noGrp="1"/>
          </p:cNvSpPr>
          <p:nvPr>
            <p:ph type="dt" sz="half" idx="10"/>
          </p:nvPr>
        </p:nvSpPr>
        <p:spPr/>
        <p:txBody>
          <a:bodyPr/>
          <a:lstStyle/>
          <a:p>
            <a:fld id="{EA8F0969-E9C5-48BE-A475-ED49EA4F9E2B}" type="datetime1">
              <a:rPr lang="en-IN" smtClean="0"/>
              <a:t>03-03-2026</a:t>
            </a:fld>
            <a:endParaRPr lang="en-IN"/>
          </a:p>
        </p:txBody>
      </p:sp>
      <p:sp>
        <p:nvSpPr>
          <p:cNvPr id="6" name="Footer Placeholder 5">
            <a:extLst>
              <a:ext uri="{FF2B5EF4-FFF2-40B4-BE49-F238E27FC236}">
                <a16:creationId xmlns:a16="http://schemas.microsoft.com/office/drawing/2014/main" id="{D76EC826-A26A-2873-087C-9E8A9A231A97}"/>
              </a:ext>
            </a:extLst>
          </p:cNvPr>
          <p:cNvSpPr>
            <a:spLocks noGrp="1"/>
          </p:cNvSpPr>
          <p:nvPr>
            <p:ph type="ftr" sz="quarter" idx="11"/>
          </p:nvPr>
        </p:nvSpPr>
        <p:spPr/>
        <p:txBody>
          <a:bodyPr/>
          <a:lstStyle/>
          <a:p>
            <a:r>
              <a:rPr lang="en-IN"/>
              <a:t>MRIET 2024</a:t>
            </a:r>
          </a:p>
        </p:txBody>
      </p:sp>
      <p:sp>
        <p:nvSpPr>
          <p:cNvPr id="7" name="Slide Number Placeholder 6">
            <a:extLst>
              <a:ext uri="{FF2B5EF4-FFF2-40B4-BE49-F238E27FC236}">
                <a16:creationId xmlns:a16="http://schemas.microsoft.com/office/drawing/2014/main" id="{81F4A0C8-DAF0-F654-4C40-0D4D93B67732}"/>
              </a:ext>
            </a:extLst>
          </p:cNvPr>
          <p:cNvSpPr>
            <a:spLocks noGrp="1"/>
          </p:cNvSpPr>
          <p:nvPr>
            <p:ph type="sldNum" sz="quarter" idx="12"/>
          </p:nvPr>
        </p:nvSpPr>
        <p:spPr/>
        <p:txBody>
          <a:bodyPr/>
          <a:lstStyle/>
          <a:p>
            <a:fld id="{8B80762C-F2FD-4145-979C-8E15085ED4A0}" type="slidenum">
              <a:rPr lang="en-IN" smtClean="0"/>
              <a:t>‹#›</a:t>
            </a:fld>
            <a:endParaRPr lang="en-IN"/>
          </a:p>
        </p:txBody>
      </p:sp>
    </p:spTree>
    <p:extLst>
      <p:ext uri="{BB962C8B-B14F-4D97-AF65-F5344CB8AC3E}">
        <p14:creationId xmlns:p14="http://schemas.microsoft.com/office/powerpoint/2010/main" val="3278753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C6606-9C8D-D27E-62B2-1C5242C1DE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4B3A8E-7BFA-84AB-757F-438ED42D81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9B11D64-BC33-646F-2C25-C2DBFF6172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2E4E40-D247-39B3-2F35-C75FA9E2A063}"/>
              </a:ext>
            </a:extLst>
          </p:cNvPr>
          <p:cNvSpPr>
            <a:spLocks noGrp="1"/>
          </p:cNvSpPr>
          <p:nvPr>
            <p:ph type="dt" sz="half" idx="10"/>
          </p:nvPr>
        </p:nvSpPr>
        <p:spPr/>
        <p:txBody>
          <a:bodyPr/>
          <a:lstStyle/>
          <a:p>
            <a:fld id="{5C1F84FE-CF07-43FE-BEAF-CDA8413D801E}" type="datetime1">
              <a:rPr lang="en-IN" smtClean="0"/>
              <a:t>03-03-2026</a:t>
            </a:fld>
            <a:endParaRPr lang="en-IN"/>
          </a:p>
        </p:txBody>
      </p:sp>
      <p:sp>
        <p:nvSpPr>
          <p:cNvPr id="6" name="Footer Placeholder 5">
            <a:extLst>
              <a:ext uri="{FF2B5EF4-FFF2-40B4-BE49-F238E27FC236}">
                <a16:creationId xmlns:a16="http://schemas.microsoft.com/office/drawing/2014/main" id="{09B32790-AE66-1A14-47C6-E9C13EB514D8}"/>
              </a:ext>
            </a:extLst>
          </p:cNvPr>
          <p:cNvSpPr>
            <a:spLocks noGrp="1"/>
          </p:cNvSpPr>
          <p:nvPr>
            <p:ph type="ftr" sz="quarter" idx="11"/>
          </p:nvPr>
        </p:nvSpPr>
        <p:spPr/>
        <p:txBody>
          <a:bodyPr/>
          <a:lstStyle/>
          <a:p>
            <a:r>
              <a:rPr lang="en-IN"/>
              <a:t>MRIET 2024</a:t>
            </a:r>
          </a:p>
        </p:txBody>
      </p:sp>
      <p:sp>
        <p:nvSpPr>
          <p:cNvPr id="7" name="Slide Number Placeholder 6">
            <a:extLst>
              <a:ext uri="{FF2B5EF4-FFF2-40B4-BE49-F238E27FC236}">
                <a16:creationId xmlns:a16="http://schemas.microsoft.com/office/drawing/2014/main" id="{5FC120AF-9297-34E7-EE31-E6AA8F556F35}"/>
              </a:ext>
            </a:extLst>
          </p:cNvPr>
          <p:cNvSpPr>
            <a:spLocks noGrp="1"/>
          </p:cNvSpPr>
          <p:nvPr>
            <p:ph type="sldNum" sz="quarter" idx="12"/>
          </p:nvPr>
        </p:nvSpPr>
        <p:spPr/>
        <p:txBody>
          <a:bodyPr/>
          <a:lstStyle/>
          <a:p>
            <a:fld id="{8B80762C-F2FD-4145-979C-8E15085ED4A0}" type="slidenum">
              <a:rPr lang="en-IN" smtClean="0"/>
              <a:t>‹#›</a:t>
            </a:fld>
            <a:endParaRPr lang="en-IN"/>
          </a:p>
        </p:txBody>
      </p:sp>
    </p:spTree>
    <p:extLst>
      <p:ext uri="{BB962C8B-B14F-4D97-AF65-F5344CB8AC3E}">
        <p14:creationId xmlns:p14="http://schemas.microsoft.com/office/powerpoint/2010/main" val="1402105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65C89-C9CA-37C4-769E-E6BA875DC3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8AB7F3-D007-5E6B-F5EA-AF98E82202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B6D280-E74E-1188-12EF-1238C4622AB0}"/>
              </a:ext>
            </a:extLst>
          </p:cNvPr>
          <p:cNvSpPr>
            <a:spLocks noGrp="1"/>
          </p:cNvSpPr>
          <p:nvPr>
            <p:ph type="dt" sz="half" idx="10"/>
          </p:nvPr>
        </p:nvSpPr>
        <p:spPr/>
        <p:txBody>
          <a:bodyPr/>
          <a:lstStyle/>
          <a:p>
            <a:fld id="{782A4895-4309-4F3E-865F-20A07D5AB02F}" type="datetime1">
              <a:rPr lang="en-IN" smtClean="0"/>
              <a:t>03-03-2026</a:t>
            </a:fld>
            <a:endParaRPr lang="en-IN"/>
          </a:p>
        </p:txBody>
      </p:sp>
      <p:sp>
        <p:nvSpPr>
          <p:cNvPr id="5" name="Footer Placeholder 4">
            <a:extLst>
              <a:ext uri="{FF2B5EF4-FFF2-40B4-BE49-F238E27FC236}">
                <a16:creationId xmlns:a16="http://schemas.microsoft.com/office/drawing/2014/main" id="{CA1D6E68-0235-EFA2-E35E-EF956CC41436}"/>
              </a:ext>
            </a:extLst>
          </p:cNvPr>
          <p:cNvSpPr>
            <a:spLocks noGrp="1"/>
          </p:cNvSpPr>
          <p:nvPr>
            <p:ph type="ftr" sz="quarter" idx="11"/>
          </p:nvPr>
        </p:nvSpPr>
        <p:spPr/>
        <p:txBody>
          <a:bodyPr/>
          <a:lstStyle/>
          <a:p>
            <a:r>
              <a:rPr lang="en-IN"/>
              <a:t>MRIET 2024</a:t>
            </a:r>
          </a:p>
        </p:txBody>
      </p:sp>
      <p:sp>
        <p:nvSpPr>
          <p:cNvPr id="6" name="Slide Number Placeholder 5">
            <a:extLst>
              <a:ext uri="{FF2B5EF4-FFF2-40B4-BE49-F238E27FC236}">
                <a16:creationId xmlns:a16="http://schemas.microsoft.com/office/drawing/2014/main" id="{2C13BF3F-47DE-1E93-965A-6E2C3348EFCB}"/>
              </a:ext>
            </a:extLst>
          </p:cNvPr>
          <p:cNvSpPr>
            <a:spLocks noGrp="1"/>
          </p:cNvSpPr>
          <p:nvPr>
            <p:ph type="sldNum" sz="quarter" idx="12"/>
          </p:nvPr>
        </p:nvSpPr>
        <p:spPr/>
        <p:txBody>
          <a:bodyPr/>
          <a:lstStyle/>
          <a:p>
            <a:fld id="{8B80762C-F2FD-4145-979C-8E15085ED4A0}" type="slidenum">
              <a:rPr lang="en-IN" smtClean="0"/>
              <a:t>‹#›</a:t>
            </a:fld>
            <a:endParaRPr lang="en-IN"/>
          </a:p>
        </p:txBody>
      </p:sp>
    </p:spTree>
    <p:extLst>
      <p:ext uri="{BB962C8B-B14F-4D97-AF65-F5344CB8AC3E}">
        <p14:creationId xmlns:p14="http://schemas.microsoft.com/office/powerpoint/2010/main" val="2886907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A4ADCE-2759-492C-91EB-D45D438ED9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D9CEB7-C8A3-5788-DAE1-36188DF836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CD7081-40B2-B64E-15E7-2BD11D5894A8}"/>
              </a:ext>
            </a:extLst>
          </p:cNvPr>
          <p:cNvSpPr>
            <a:spLocks noGrp="1"/>
          </p:cNvSpPr>
          <p:nvPr>
            <p:ph type="dt" sz="half" idx="10"/>
          </p:nvPr>
        </p:nvSpPr>
        <p:spPr/>
        <p:txBody>
          <a:bodyPr/>
          <a:lstStyle/>
          <a:p>
            <a:fld id="{47478676-4DF7-4384-8004-A7BB8196BA06}" type="datetime1">
              <a:rPr lang="en-IN" smtClean="0"/>
              <a:t>03-03-2026</a:t>
            </a:fld>
            <a:endParaRPr lang="en-IN"/>
          </a:p>
        </p:txBody>
      </p:sp>
      <p:sp>
        <p:nvSpPr>
          <p:cNvPr id="5" name="Footer Placeholder 4">
            <a:extLst>
              <a:ext uri="{FF2B5EF4-FFF2-40B4-BE49-F238E27FC236}">
                <a16:creationId xmlns:a16="http://schemas.microsoft.com/office/drawing/2014/main" id="{BDD87DDB-2FD4-C929-EDB9-9095646FEB62}"/>
              </a:ext>
            </a:extLst>
          </p:cNvPr>
          <p:cNvSpPr>
            <a:spLocks noGrp="1"/>
          </p:cNvSpPr>
          <p:nvPr>
            <p:ph type="ftr" sz="quarter" idx="11"/>
          </p:nvPr>
        </p:nvSpPr>
        <p:spPr/>
        <p:txBody>
          <a:bodyPr/>
          <a:lstStyle/>
          <a:p>
            <a:r>
              <a:rPr lang="en-IN"/>
              <a:t>MRIET 2024</a:t>
            </a:r>
          </a:p>
        </p:txBody>
      </p:sp>
      <p:sp>
        <p:nvSpPr>
          <p:cNvPr id="6" name="Slide Number Placeholder 5">
            <a:extLst>
              <a:ext uri="{FF2B5EF4-FFF2-40B4-BE49-F238E27FC236}">
                <a16:creationId xmlns:a16="http://schemas.microsoft.com/office/drawing/2014/main" id="{F2E5F5DB-1F1B-8D38-0D57-965FE92CCA6F}"/>
              </a:ext>
            </a:extLst>
          </p:cNvPr>
          <p:cNvSpPr>
            <a:spLocks noGrp="1"/>
          </p:cNvSpPr>
          <p:nvPr>
            <p:ph type="sldNum" sz="quarter" idx="12"/>
          </p:nvPr>
        </p:nvSpPr>
        <p:spPr/>
        <p:txBody>
          <a:bodyPr/>
          <a:lstStyle/>
          <a:p>
            <a:fld id="{8B80762C-F2FD-4145-979C-8E15085ED4A0}" type="slidenum">
              <a:rPr lang="en-IN" smtClean="0"/>
              <a:t>‹#›</a:t>
            </a:fld>
            <a:endParaRPr lang="en-IN"/>
          </a:p>
        </p:txBody>
      </p:sp>
    </p:spTree>
    <p:extLst>
      <p:ext uri="{BB962C8B-B14F-4D97-AF65-F5344CB8AC3E}">
        <p14:creationId xmlns:p14="http://schemas.microsoft.com/office/powerpoint/2010/main" val="1254496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6F47DE-5F08-1A85-54A4-3286783D23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313635-1828-51C6-B6DC-2B30BAF554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A577F0-ADC4-5154-F760-CF504C85DC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C782CF-09F6-48AE-837F-ACFDF5403B3B}" type="datetime1">
              <a:rPr lang="en-IN" smtClean="0"/>
              <a:t>03-03-2026</a:t>
            </a:fld>
            <a:endParaRPr lang="en-IN"/>
          </a:p>
        </p:txBody>
      </p:sp>
      <p:sp>
        <p:nvSpPr>
          <p:cNvPr id="5" name="Footer Placeholder 4">
            <a:extLst>
              <a:ext uri="{FF2B5EF4-FFF2-40B4-BE49-F238E27FC236}">
                <a16:creationId xmlns:a16="http://schemas.microsoft.com/office/drawing/2014/main" id="{D718F098-983A-E2FB-7163-D2ABA79587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MRIET 2024</a:t>
            </a:r>
          </a:p>
        </p:txBody>
      </p:sp>
      <p:sp>
        <p:nvSpPr>
          <p:cNvPr id="6" name="Slide Number Placeholder 5">
            <a:extLst>
              <a:ext uri="{FF2B5EF4-FFF2-40B4-BE49-F238E27FC236}">
                <a16:creationId xmlns:a16="http://schemas.microsoft.com/office/drawing/2014/main" id="{65BB3ECE-D9C2-61A2-E9BF-A40AEF478C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80762C-F2FD-4145-979C-8E15085ED4A0}" type="slidenum">
              <a:rPr lang="en-IN" smtClean="0"/>
              <a:t>‹#›</a:t>
            </a:fld>
            <a:endParaRPr lang="en-IN"/>
          </a:p>
        </p:txBody>
      </p:sp>
    </p:spTree>
    <p:extLst>
      <p:ext uri="{BB962C8B-B14F-4D97-AF65-F5344CB8AC3E}">
        <p14:creationId xmlns:p14="http://schemas.microsoft.com/office/powerpoint/2010/main" val="73189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oi.org/10.1016/j.jfoodeng.2008.07.021" TargetMode="External"/><Relationship Id="rId7" Type="http://schemas.openxmlformats.org/officeDocument/2006/relationships/hyperlink" Target="https://www.sciencedirect.com/science/article/pii/S0260877403000415" TargetMode="External"/><Relationship Id="rId2" Type="http://schemas.openxmlformats.org/officeDocument/2006/relationships/hyperlink" Target="https://www.ijert.org/design-and-fabrication-of-pedal-operated-flour-mill" TargetMode="External"/><Relationship Id="rId1" Type="http://schemas.openxmlformats.org/officeDocument/2006/relationships/slideLayout" Target="../slideLayouts/slideLayout2.xml"/><Relationship Id="rId6" Type="http://schemas.openxmlformats.org/officeDocument/2006/relationships/hyperlink" Target="https://doi.org/10.1007/s13197-011-0456-2" TargetMode="External"/><Relationship Id="rId5" Type="http://schemas.openxmlformats.org/officeDocument/2006/relationships/hyperlink" Target="https://www.ijstr.org/final-print/sep2019/Design-And-Fabrication-Of-Pedal-Operated-Multi-Purpose-Machine.pdf" TargetMode="External"/><Relationship Id="rId4" Type="http://schemas.openxmlformats.org/officeDocument/2006/relationships/hyperlink" Target="https://www.researchgate.net/publication/327259782_Design_and_Development_of_Multi_Grain_Grinding_Machin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AC55A95-8E39-DD6F-109C-21802F48E264}"/>
              </a:ext>
            </a:extLst>
          </p:cNvPr>
          <p:cNvSpPr txBox="1">
            <a:spLocks/>
          </p:cNvSpPr>
          <p:nvPr/>
        </p:nvSpPr>
        <p:spPr>
          <a:xfrm>
            <a:off x="1228953" y="1440506"/>
            <a:ext cx="9734093" cy="10972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IN" sz="3600" b="1" dirty="0">
                <a:solidFill>
                  <a:srgbClr val="C00000"/>
                </a:solidFill>
                <a:latin typeface="+mn-lt"/>
              </a:rPr>
              <a:t>First Review</a:t>
            </a:r>
          </a:p>
          <a:p>
            <a:pPr>
              <a:lnSpc>
                <a:spcPct val="100000"/>
              </a:lnSpc>
            </a:pPr>
            <a:r>
              <a:rPr lang="en-IN" sz="3200" b="1" dirty="0">
                <a:solidFill>
                  <a:srgbClr val="C00000"/>
                </a:solidFill>
                <a:latin typeface="+mn-lt"/>
              </a:rPr>
              <a:t>Power Weeder for Coconut Farm</a:t>
            </a:r>
            <a:r>
              <a:rPr lang="en-US" sz="3200" b="1" dirty="0">
                <a:solidFill>
                  <a:srgbClr val="C00000"/>
                </a:solidFill>
                <a:latin typeface="+mn-lt"/>
              </a:rPr>
              <a:t>                                            </a:t>
            </a:r>
          </a:p>
        </p:txBody>
      </p:sp>
      <p:sp>
        <p:nvSpPr>
          <p:cNvPr id="5" name="TextBox 4">
            <a:extLst>
              <a:ext uri="{FF2B5EF4-FFF2-40B4-BE49-F238E27FC236}">
                <a16:creationId xmlns:a16="http://schemas.microsoft.com/office/drawing/2014/main" id="{7F8C98B9-4C08-A8BA-DF26-BB0103D9F210}"/>
              </a:ext>
            </a:extLst>
          </p:cNvPr>
          <p:cNvSpPr txBox="1"/>
          <p:nvPr/>
        </p:nvSpPr>
        <p:spPr>
          <a:xfrm>
            <a:off x="409110" y="2584813"/>
            <a:ext cx="11334292" cy="3359061"/>
          </a:xfrm>
          <a:prstGeom prst="rect">
            <a:avLst/>
          </a:prstGeom>
          <a:noFill/>
        </p:spPr>
        <p:txBody>
          <a:bodyPr wrap="square" rtlCol="0">
            <a:spAutoFit/>
          </a:bodyPr>
          <a:lstStyle/>
          <a:p>
            <a:pPr>
              <a:lnSpc>
                <a:spcPct val="150000"/>
              </a:lnSpc>
            </a:pPr>
            <a:r>
              <a:rPr lang="en-US" sz="2400" b="1" dirty="0">
                <a:solidFill>
                  <a:srgbClr val="0070C0"/>
                </a:solidFill>
              </a:rPr>
              <a:t>Batch No.: </a:t>
            </a:r>
            <a:r>
              <a:rPr lang="en-US" sz="2400" dirty="0"/>
              <a:t>02</a:t>
            </a:r>
            <a:endParaRPr lang="en-US" sz="2400" b="1" dirty="0">
              <a:solidFill>
                <a:srgbClr val="0070C0"/>
              </a:solidFill>
            </a:endParaRPr>
          </a:p>
          <a:p>
            <a:pPr>
              <a:lnSpc>
                <a:spcPct val="150000"/>
              </a:lnSpc>
            </a:pPr>
            <a:r>
              <a:rPr lang="en-US" sz="2400" b="1" dirty="0">
                <a:solidFill>
                  <a:srgbClr val="0070C0"/>
                </a:solidFill>
              </a:rPr>
              <a:t>Club Name: </a:t>
            </a:r>
            <a:r>
              <a:rPr lang="en-US" sz="2400" dirty="0"/>
              <a:t>SMART AUTOMATION CLUB</a:t>
            </a:r>
            <a:endParaRPr lang="en-US" sz="2400" b="1" dirty="0">
              <a:solidFill>
                <a:srgbClr val="0070C0"/>
              </a:solidFill>
            </a:endParaRPr>
          </a:p>
          <a:p>
            <a:pPr>
              <a:lnSpc>
                <a:spcPct val="150000"/>
              </a:lnSpc>
            </a:pPr>
            <a:r>
              <a:rPr lang="en-US" sz="2400" b="1" dirty="0">
                <a:solidFill>
                  <a:srgbClr val="0070C0"/>
                </a:solidFill>
              </a:rPr>
              <a:t>Team Members</a:t>
            </a:r>
            <a:r>
              <a:rPr lang="en-US" sz="2400" dirty="0">
                <a:solidFill>
                  <a:srgbClr val="0070C0"/>
                </a:solidFill>
              </a:rPr>
              <a:t>: </a:t>
            </a:r>
            <a:r>
              <a:rPr lang="en-IN" sz="2400" dirty="0"/>
              <a:t>B. Dharaneshwaran, A. Harish, R. Dharaneesh, R. Gokilnathan</a:t>
            </a:r>
          </a:p>
          <a:p>
            <a:pPr>
              <a:lnSpc>
                <a:spcPct val="150000"/>
              </a:lnSpc>
            </a:pPr>
            <a:r>
              <a:rPr lang="en-US" sz="2400" b="1" dirty="0">
                <a:solidFill>
                  <a:srgbClr val="0070C0"/>
                </a:solidFill>
              </a:rPr>
              <a:t>Full Affiliation: </a:t>
            </a:r>
            <a:r>
              <a:rPr lang="en-IN" sz="2400" dirty="0"/>
              <a:t>III Year MECH, Knowledge Institute of Technology. Salem.</a:t>
            </a:r>
            <a:r>
              <a:rPr lang="en-IN" sz="2400" dirty="0">
                <a:solidFill>
                  <a:srgbClr val="0070C0"/>
                </a:solidFill>
              </a:rPr>
              <a:t> </a:t>
            </a:r>
          </a:p>
          <a:p>
            <a:pPr>
              <a:lnSpc>
                <a:spcPct val="150000"/>
              </a:lnSpc>
            </a:pPr>
            <a:r>
              <a:rPr lang="en-IN" sz="2400" b="1" dirty="0">
                <a:solidFill>
                  <a:srgbClr val="0070C0"/>
                </a:solidFill>
              </a:rPr>
              <a:t>Name of the Mentor: </a:t>
            </a:r>
            <a:r>
              <a:rPr lang="en-IN" sz="2400" dirty="0"/>
              <a:t>Prof K.N. Karthick</a:t>
            </a:r>
            <a:endParaRPr lang="en-US" sz="2400" dirty="0">
              <a:solidFill>
                <a:srgbClr val="0070C0"/>
              </a:solidFill>
            </a:endParaRPr>
          </a:p>
          <a:p>
            <a:pPr>
              <a:lnSpc>
                <a:spcPct val="150000"/>
              </a:lnSpc>
            </a:pPr>
            <a:r>
              <a:rPr lang="en-US" sz="2400" b="1" dirty="0">
                <a:solidFill>
                  <a:srgbClr val="0070C0"/>
                </a:solidFill>
              </a:rPr>
              <a:t>Presentation Date: </a:t>
            </a:r>
            <a:r>
              <a:rPr lang="en-US" sz="2400" dirty="0"/>
              <a:t>18.09.2025</a:t>
            </a:r>
          </a:p>
        </p:txBody>
      </p:sp>
      <p:sp>
        <p:nvSpPr>
          <p:cNvPr id="11" name="Footer Placeholder 10">
            <a:extLst>
              <a:ext uri="{FF2B5EF4-FFF2-40B4-BE49-F238E27FC236}">
                <a16:creationId xmlns:a16="http://schemas.microsoft.com/office/drawing/2014/main" id="{FBA2156B-6831-D3FE-FF36-B2CC687B5E52}"/>
              </a:ext>
            </a:extLst>
          </p:cNvPr>
          <p:cNvSpPr>
            <a:spLocks noGrp="1"/>
          </p:cNvSpPr>
          <p:nvPr>
            <p:ph type="ftr" sz="quarter" idx="11"/>
          </p:nvPr>
        </p:nvSpPr>
        <p:spPr/>
        <p:txBody>
          <a:bodyPr/>
          <a:lstStyle/>
          <a:p>
            <a:r>
              <a:rPr lang="en-IN" dirty="0"/>
              <a:t>MAP 2025</a:t>
            </a:r>
          </a:p>
        </p:txBody>
      </p:sp>
      <p:sp>
        <p:nvSpPr>
          <p:cNvPr id="12" name="Slide Number Placeholder 11">
            <a:extLst>
              <a:ext uri="{FF2B5EF4-FFF2-40B4-BE49-F238E27FC236}">
                <a16:creationId xmlns:a16="http://schemas.microsoft.com/office/drawing/2014/main" id="{39BAA91E-2A82-638F-1CCA-06A96F1E7385}"/>
              </a:ext>
            </a:extLst>
          </p:cNvPr>
          <p:cNvSpPr>
            <a:spLocks noGrp="1"/>
          </p:cNvSpPr>
          <p:nvPr>
            <p:ph type="sldNum" sz="quarter" idx="12"/>
          </p:nvPr>
        </p:nvSpPr>
        <p:spPr/>
        <p:txBody>
          <a:bodyPr/>
          <a:lstStyle/>
          <a:p>
            <a:fld id="{8B80762C-F2FD-4145-979C-8E15085ED4A0}" type="slidenum">
              <a:rPr lang="en-IN" smtClean="0"/>
              <a:t>1</a:t>
            </a:fld>
            <a:endParaRPr lang="en-IN"/>
          </a:p>
        </p:txBody>
      </p:sp>
      <p:sp>
        <p:nvSpPr>
          <p:cNvPr id="13" name="Date Placeholder 12">
            <a:extLst>
              <a:ext uri="{FF2B5EF4-FFF2-40B4-BE49-F238E27FC236}">
                <a16:creationId xmlns:a16="http://schemas.microsoft.com/office/drawing/2014/main" id="{9B6DA0AF-2AEB-865F-4876-D80236B92D2C}"/>
              </a:ext>
            </a:extLst>
          </p:cNvPr>
          <p:cNvSpPr>
            <a:spLocks noGrp="1"/>
          </p:cNvSpPr>
          <p:nvPr>
            <p:ph type="dt" sz="half" idx="10"/>
          </p:nvPr>
        </p:nvSpPr>
        <p:spPr/>
        <p:txBody>
          <a:bodyPr/>
          <a:lstStyle/>
          <a:p>
            <a:fld id="{5A42D6A8-AF7C-4F41-B589-0F714FD698FB}" type="datetime1">
              <a:rPr lang="en-IN" smtClean="0"/>
              <a:t>03-03-2026</a:t>
            </a:fld>
            <a:endParaRPr lang="en-IN"/>
          </a:p>
        </p:txBody>
      </p:sp>
      <p:sp>
        <p:nvSpPr>
          <p:cNvPr id="3" name="Rectangle 2"/>
          <p:cNvSpPr/>
          <p:nvPr/>
        </p:nvSpPr>
        <p:spPr>
          <a:xfrm>
            <a:off x="1973433" y="299022"/>
            <a:ext cx="8968866" cy="800219"/>
          </a:xfrm>
          <a:prstGeom prst="rect">
            <a:avLst/>
          </a:prstGeom>
        </p:spPr>
        <p:txBody>
          <a:bodyPr wrap="none">
            <a:spAutoFit/>
          </a:bodyPr>
          <a:lstStyle/>
          <a:p>
            <a:r>
              <a:rPr lang="en-IN" sz="2800" b="1" dirty="0">
                <a:solidFill>
                  <a:schemeClr val="accent6">
                    <a:lumMod val="75000"/>
                  </a:schemeClr>
                </a:solidFill>
              </a:rPr>
              <a:t>KNOWLEDGE INSTITUTE OF TECHNOLOGY, SALEM – 637504</a:t>
            </a:r>
            <a:endParaRPr lang="en-IN" sz="2800" dirty="0">
              <a:solidFill>
                <a:schemeClr val="accent6">
                  <a:lumMod val="75000"/>
                </a:schemeClr>
              </a:solidFill>
            </a:endParaRPr>
          </a:p>
          <a:p>
            <a:pPr algn="ctr"/>
            <a:r>
              <a:rPr lang="en-IN" b="1" dirty="0"/>
              <a:t>(Autonomous Institution)</a:t>
            </a:r>
            <a:endParaRPr lang="en-IN" dirty="0"/>
          </a:p>
        </p:txBody>
      </p:sp>
      <p:pic>
        <p:nvPicPr>
          <p:cNvPr id="10" name="Picture 9" descr="C:\Users\KIOT\Downloads\WhatsApp Image 2025-04-01 at 3.02.50 PM.jpeg"/>
          <p:cNvPicPr/>
          <p:nvPr/>
        </p:nvPicPr>
        <p:blipFill rotWithShape="1">
          <a:blip r:embed="rId2" cstate="print">
            <a:extLst>
              <a:ext uri="{28A0092B-C50C-407E-A947-70E740481C1C}">
                <a14:useLocalDpi xmlns:a14="http://schemas.microsoft.com/office/drawing/2010/main" val="0"/>
              </a:ext>
            </a:extLst>
          </a:blip>
          <a:srcRect b="13223"/>
          <a:stretch/>
        </p:blipFill>
        <p:spPr bwMode="auto">
          <a:xfrm>
            <a:off x="409111" y="568302"/>
            <a:ext cx="956982" cy="964109"/>
          </a:xfrm>
          <a:prstGeom prst="rect">
            <a:avLst/>
          </a:prstGeom>
          <a:noFill/>
          <a:ln>
            <a:noFill/>
          </a:ln>
          <a:extLst>
            <a:ext uri="{53640926-AAD7-44D8-BBD7-CCE9431645EC}">
              <a14:shadowObscured xmlns:a14="http://schemas.microsoft.com/office/drawing/2010/main"/>
            </a:ext>
          </a:extLst>
        </p:spPr>
      </p:pic>
      <p:sp>
        <p:nvSpPr>
          <p:cNvPr id="7" name="Rectangle 6"/>
          <p:cNvSpPr/>
          <p:nvPr/>
        </p:nvSpPr>
        <p:spPr>
          <a:xfrm>
            <a:off x="10942299" y="531646"/>
            <a:ext cx="1134044" cy="861774"/>
          </a:xfrm>
          <a:prstGeom prst="rect">
            <a:avLst/>
          </a:prstGeom>
        </p:spPr>
        <p:txBody>
          <a:bodyPr wrap="square">
            <a:spAutoFit/>
          </a:bodyPr>
          <a:lstStyle/>
          <a:p>
            <a:pPr algn="ctr"/>
            <a:r>
              <a:rPr lang="en-IN" sz="3200" b="1" dirty="0">
                <a:effectLst>
                  <a:glow rad="63500">
                    <a:schemeClr val="accent4">
                      <a:satMod val="175000"/>
                      <a:alpha val="40000"/>
                    </a:schemeClr>
                  </a:glow>
                </a:effectLst>
              </a:rPr>
              <a:t>MAP</a:t>
            </a:r>
            <a:r>
              <a:rPr lang="en-IN" b="1" dirty="0">
                <a:effectLst>
                  <a:glow rad="63500">
                    <a:schemeClr val="accent4">
                      <a:satMod val="175000"/>
                      <a:alpha val="40000"/>
                    </a:schemeClr>
                  </a:glow>
                </a:effectLst>
              </a:rPr>
              <a:t> </a:t>
            </a:r>
          </a:p>
          <a:p>
            <a:pPr algn="ctr"/>
            <a:r>
              <a:rPr lang="en-IN" b="1" dirty="0">
                <a:effectLst>
                  <a:glow rad="63500">
                    <a:schemeClr val="accent4">
                      <a:satMod val="175000"/>
                      <a:alpha val="40000"/>
                    </a:schemeClr>
                  </a:glow>
                </a:effectLst>
              </a:rPr>
              <a:t>2025</a:t>
            </a:r>
            <a:endParaRPr lang="en-IN" dirty="0"/>
          </a:p>
        </p:txBody>
      </p:sp>
    </p:spTree>
    <p:extLst>
      <p:ext uri="{BB962C8B-B14F-4D97-AF65-F5344CB8AC3E}">
        <p14:creationId xmlns:p14="http://schemas.microsoft.com/office/powerpoint/2010/main" val="2727205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13F92-22F3-3D92-C329-41D983BDF8A5}"/>
              </a:ext>
            </a:extLst>
          </p:cNvPr>
          <p:cNvSpPr>
            <a:spLocks noGrp="1"/>
          </p:cNvSpPr>
          <p:nvPr>
            <p:ph type="title"/>
          </p:nvPr>
        </p:nvSpPr>
        <p:spPr>
          <a:xfrm>
            <a:off x="772098" y="209321"/>
            <a:ext cx="10515600" cy="1135626"/>
          </a:xfrm>
        </p:spPr>
        <p:txBody>
          <a:bodyPr>
            <a:normAutofit/>
          </a:bodyPr>
          <a:lstStyle/>
          <a:p>
            <a:r>
              <a:rPr lang="en-US" sz="4400" b="1" dirty="0">
                <a:solidFill>
                  <a:srgbClr val="C00000"/>
                </a:solidFill>
              </a:rPr>
              <a:t>Table of Content </a:t>
            </a:r>
            <a:endParaRPr lang="en-IN" b="1" dirty="0">
              <a:solidFill>
                <a:srgbClr val="C00000"/>
              </a:solidFill>
            </a:endParaRPr>
          </a:p>
        </p:txBody>
      </p:sp>
      <p:sp>
        <p:nvSpPr>
          <p:cNvPr id="6" name="Content Placeholder 2">
            <a:extLst>
              <a:ext uri="{FF2B5EF4-FFF2-40B4-BE49-F238E27FC236}">
                <a16:creationId xmlns:a16="http://schemas.microsoft.com/office/drawing/2014/main" id="{4B24B033-9E02-0011-42ED-E7C5E71F2380}"/>
              </a:ext>
            </a:extLst>
          </p:cNvPr>
          <p:cNvSpPr>
            <a:spLocks noGrp="1"/>
          </p:cNvSpPr>
          <p:nvPr>
            <p:ph idx="1"/>
          </p:nvPr>
        </p:nvSpPr>
        <p:spPr>
          <a:xfrm>
            <a:off x="630148" y="1504680"/>
            <a:ext cx="10972800" cy="4554597"/>
          </a:xfrm>
        </p:spPr>
        <p:txBody>
          <a:bodyPr>
            <a:noAutofit/>
          </a:bodyPr>
          <a:lstStyle/>
          <a:p>
            <a:pPr>
              <a:lnSpc>
                <a:spcPct val="200000"/>
              </a:lnSpc>
            </a:pPr>
            <a:r>
              <a:rPr lang="en-US" sz="2000" dirty="0">
                <a:solidFill>
                  <a:srgbClr val="0070C0"/>
                </a:solidFill>
              </a:rPr>
              <a:t>List of Problems through customers / industry defined problems/contest etc. </a:t>
            </a:r>
          </a:p>
          <a:p>
            <a:pPr>
              <a:lnSpc>
                <a:spcPct val="200000"/>
              </a:lnSpc>
            </a:pPr>
            <a:r>
              <a:rPr lang="en-US" sz="2000" dirty="0">
                <a:solidFill>
                  <a:srgbClr val="0070C0"/>
                </a:solidFill>
              </a:rPr>
              <a:t>Selected Final Problem Statement (with KIOT faculty mentor)</a:t>
            </a:r>
          </a:p>
          <a:p>
            <a:pPr>
              <a:lnSpc>
                <a:spcPct val="200000"/>
              </a:lnSpc>
            </a:pPr>
            <a:r>
              <a:rPr lang="en-US" sz="2000" dirty="0">
                <a:solidFill>
                  <a:srgbClr val="0070C0"/>
                </a:solidFill>
              </a:rPr>
              <a:t>Discussion with customer</a:t>
            </a:r>
          </a:p>
          <a:p>
            <a:pPr>
              <a:lnSpc>
                <a:spcPct val="200000"/>
              </a:lnSpc>
            </a:pPr>
            <a:r>
              <a:rPr lang="en-US" sz="2000" dirty="0">
                <a:solidFill>
                  <a:srgbClr val="0070C0"/>
                </a:solidFill>
              </a:rPr>
              <a:t>Key assumptions and objective</a:t>
            </a:r>
          </a:p>
          <a:p>
            <a:pPr>
              <a:lnSpc>
                <a:spcPct val="200000"/>
              </a:lnSpc>
            </a:pPr>
            <a:r>
              <a:rPr lang="en-US" sz="2000" dirty="0">
                <a:solidFill>
                  <a:srgbClr val="0070C0"/>
                </a:solidFill>
              </a:rPr>
              <a:t>Plan to execute</a:t>
            </a:r>
          </a:p>
          <a:p>
            <a:pPr>
              <a:lnSpc>
                <a:spcPct val="200000"/>
              </a:lnSpc>
            </a:pPr>
            <a:r>
              <a:rPr lang="en-US" sz="2000" dirty="0">
                <a:solidFill>
                  <a:srgbClr val="0070C0"/>
                </a:solidFill>
              </a:rPr>
              <a:t>References if any</a:t>
            </a:r>
          </a:p>
          <a:p>
            <a:pPr marL="0" indent="0">
              <a:lnSpc>
                <a:spcPct val="200000"/>
              </a:lnSpc>
              <a:buNone/>
            </a:pPr>
            <a:endParaRPr lang="en-US" sz="2000" dirty="0">
              <a:solidFill>
                <a:srgbClr val="0070C0"/>
              </a:solidFill>
            </a:endParaRPr>
          </a:p>
          <a:p>
            <a:pPr marL="0" indent="0">
              <a:lnSpc>
                <a:spcPct val="200000"/>
              </a:lnSpc>
              <a:buNone/>
            </a:pPr>
            <a:endParaRPr lang="en-US" sz="2000" dirty="0">
              <a:solidFill>
                <a:srgbClr val="0070C0"/>
              </a:solidFill>
            </a:endParaRPr>
          </a:p>
        </p:txBody>
      </p:sp>
      <p:sp>
        <p:nvSpPr>
          <p:cNvPr id="10" name="Footer Placeholder 9">
            <a:extLst>
              <a:ext uri="{FF2B5EF4-FFF2-40B4-BE49-F238E27FC236}">
                <a16:creationId xmlns:a16="http://schemas.microsoft.com/office/drawing/2014/main" id="{715DF751-0027-BA6A-65B8-62A671CC2A7D}"/>
              </a:ext>
            </a:extLst>
          </p:cNvPr>
          <p:cNvSpPr>
            <a:spLocks noGrp="1"/>
          </p:cNvSpPr>
          <p:nvPr>
            <p:ph type="ftr" sz="quarter" idx="11"/>
          </p:nvPr>
        </p:nvSpPr>
        <p:spPr/>
        <p:txBody>
          <a:bodyPr/>
          <a:lstStyle/>
          <a:p>
            <a:r>
              <a:rPr lang="en-IN" dirty="0"/>
              <a:t>MAP 2025</a:t>
            </a:r>
          </a:p>
        </p:txBody>
      </p:sp>
      <p:sp>
        <p:nvSpPr>
          <p:cNvPr id="11" name="Slide Number Placeholder 10">
            <a:extLst>
              <a:ext uri="{FF2B5EF4-FFF2-40B4-BE49-F238E27FC236}">
                <a16:creationId xmlns:a16="http://schemas.microsoft.com/office/drawing/2014/main" id="{81BF1F56-786F-253F-99D2-87A14C9E21CC}"/>
              </a:ext>
            </a:extLst>
          </p:cNvPr>
          <p:cNvSpPr>
            <a:spLocks noGrp="1"/>
          </p:cNvSpPr>
          <p:nvPr>
            <p:ph type="sldNum" sz="quarter" idx="12"/>
          </p:nvPr>
        </p:nvSpPr>
        <p:spPr/>
        <p:txBody>
          <a:bodyPr/>
          <a:lstStyle/>
          <a:p>
            <a:fld id="{8B80762C-F2FD-4145-979C-8E15085ED4A0}" type="slidenum">
              <a:rPr lang="en-IN" smtClean="0"/>
              <a:t>2</a:t>
            </a:fld>
            <a:endParaRPr lang="en-IN"/>
          </a:p>
        </p:txBody>
      </p:sp>
      <p:sp>
        <p:nvSpPr>
          <p:cNvPr id="12" name="Date Placeholder 11">
            <a:extLst>
              <a:ext uri="{FF2B5EF4-FFF2-40B4-BE49-F238E27FC236}">
                <a16:creationId xmlns:a16="http://schemas.microsoft.com/office/drawing/2014/main" id="{26B05456-CC71-68E8-E77F-5437F16B9F5E}"/>
              </a:ext>
            </a:extLst>
          </p:cNvPr>
          <p:cNvSpPr>
            <a:spLocks noGrp="1"/>
          </p:cNvSpPr>
          <p:nvPr>
            <p:ph type="dt" sz="half" idx="10"/>
          </p:nvPr>
        </p:nvSpPr>
        <p:spPr/>
        <p:txBody>
          <a:bodyPr/>
          <a:lstStyle/>
          <a:p>
            <a:fld id="{68B983A6-DC0A-451F-AB88-5CAE8FA65D6A}" type="datetime1">
              <a:rPr lang="en-IN" smtClean="0"/>
              <a:t>03-03-2026</a:t>
            </a:fld>
            <a:endParaRPr lang="en-IN"/>
          </a:p>
        </p:txBody>
      </p:sp>
    </p:spTree>
    <p:extLst>
      <p:ext uri="{BB962C8B-B14F-4D97-AF65-F5344CB8AC3E}">
        <p14:creationId xmlns:p14="http://schemas.microsoft.com/office/powerpoint/2010/main" val="4119245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82729-F706-0E25-3175-0B6F00556BF4}"/>
              </a:ext>
            </a:extLst>
          </p:cNvPr>
          <p:cNvSpPr>
            <a:spLocks noGrp="1"/>
          </p:cNvSpPr>
          <p:nvPr>
            <p:ph type="title"/>
          </p:nvPr>
        </p:nvSpPr>
        <p:spPr>
          <a:xfrm>
            <a:off x="523982" y="391651"/>
            <a:ext cx="11668018" cy="820700"/>
          </a:xfrm>
        </p:spPr>
        <p:txBody>
          <a:bodyPr>
            <a:noAutofit/>
          </a:bodyPr>
          <a:lstStyle/>
          <a:p>
            <a:r>
              <a:rPr lang="en-US" sz="3600" b="1" dirty="0">
                <a:solidFill>
                  <a:srgbClr val="C00000"/>
                </a:solidFill>
              </a:rPr>
              <a:t>List of Problems through customers / industry defined problems/contest etc.</a:t>
            </a:r>
            <a:endParaRPr lang="en-IN" sz="3600" b="1" dirty="0">
              <a:solidFill>
                <a:srgbClr val="C0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68141706"/>
              </p:ext>
            </p:extLst>
          </p:nvPr>
        </p:nvGraphicFramePr>
        <p:xfrm>
          <a:off x="446794" y="1379671"/>
          <a:ext cx="11480800" cy="4221304"/>
        </p:xfrm>
        <a:graphic>
          <a:graphicData uri="http://schemas.openxmlformats.org/drawingml/2006/table">
            <a:tbl>
              <a:tblPr firstRow="1" bandRow="1">
                <a:tableStyleId>{9D7B26C5-4107-4FEC-AEDC-1716B250A1EF}</a:tableStyleId>
              </a:tblPr>
              <a:tblGrid>
                <a:gridCol w="1888781">
                  <a:extLst>
                    <a:ext uri="{9D8B030D-6E8A-4147-A177-3AD203B41FA5}">
                      <a16:colId xmlns:a16="http://schemas.microsoft.com/office/drawing/2014/main" val="20000"/>
                    </a:ext>
                  </a:extLst>
                </a:gridCol>
                <a:gridCol w="4164377">
                  <a:extLst>
                    <a:ext uri="{9D8B030D-6E8A-4147-A177-3AD203B41FA5}">
                      <a16:colId xmlns:a16="http://schemas.microsoft.com/office/drawing/2014/main" val="20001"/>
                    </a:ext>
                  </a:extLst>
                </a:gridCol>
                <a:gridCol w="3371161">
                  <a:extLst>
                    <a:ext uri="{9D8B030D-6E8A-4147-A177-3AD203B41FA5}">
                      <a16:colId xmlns:a16="http://schemas.microsoft.com/office/drawing/2014/main" val="20002"/>
                    </a:ext>
                  </a:extLst>
                </a:gridCol>
                <a:gridCol w="2056481">
                  <a:extLst>
                    <a:ext uri="{9D8B030D-6E8A-4147-A177-3AD203B41FA5}">
                      <a16:colId xmlns:a16="http://schemas.microsoft.com/office/drawing/2014/main" val="20003"/>
                    </a:ext>
                  </a:extLst>
                </a:gridCol>
              </a:tblGrid>
              <a:tr h="603365">
                <a:tc>
                  <a:txBody>
                    <a:bodyPr/>
                    <a:lstStyle/>
                    <a:p>
                      <a:pPr algn="ct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Short Summary of </a:t>
                      </a:r>
                    </a:p>
                    <a:p>
                      <a:pPr algn="ctr"/>
                      <a:r>
                        <a:rPr lang="en-IN" dirty="0"/>
                        <a:t>Problem Statement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Problem identified through (direct</a:t>
                      </a:r>
                      <a:r>
                        <a:rPr lang="en-IN" baseline="0" dirty="0"/>
                        <a:t> customer, industry, SIH contest, other contest etc.)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Align with SDGs</a:t>
                      </a:r>
                    </a:p>
                    <a:p>
                      <a:pPr marL="0" marR="0" indent="0" algn="ctr" defTabSz="914400" rtl="0" eaLnBrk="1" fontAlgn="auto" latinLnBrk="0" hangingPunct="1">
                        <a:lnSpc>
                          <a:spcPct val="100000"/>
                        </a:lnSpc>
                        <a:spcBef>
                          <a:spcPts val="0"/>
                        </a:spcBef>
                        <a:spcAft>
                          <a:spcPts val="0"/>
                        </a:spcAft>
                        <a:buClrTx/>
                        <a:buSzTx/>
                        <a:buFontTx/>
                        <a:buNone/>
                        <a:tabLst/>
                        <a:defRPr/>
                      </a:pPr>
                      <a:r>
                        <a:rPr lang="en-IN" dirty="0"/>
                        <a:t>(SDG 1 to SDG17)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b="1" dirty="0"/>
                        <a:t>Problem </a:t>
                      </a:r>
                    </a:p>
                    <a:p>
                      <a:pPr marL="0" marR="0" indent="0" algn="ctr" defTabSz="914400" rtl="0" eaLnBrk="1" fontAlgn="auto" latinLnBrk="0" hangingPunct="1">
                        <a:lnSpc>
                          <a:spcPct val="100000"/>
                        </a:lnSpc>
                        <a:spcBef>
                          <a:spcPts val="0"/>
                        </a:spcBef>
                        <a:spcAft>
                          <a:spcPts val="0"/>
                        </a:spcAft>
                        <a:buClrTx/>
                        <a:buSzTx/>
                        <a:buFontTx/>
                        <a:buNone/>
                        <a:tabLst/>
                        <a:defRPr/>
                      </a:pPr>
                      <a:r>
                        <a:rPr lang="en-IN" b="1" dirty="0"/>
                        <a:t>Statement</a:t>
                      </a:r>
                      <a:r>
                        <a:rPr lang="en-IN" b="1" baseline="0" dirty="0"/>
                        <a:t> 1</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 </a:t>
                      </a:r>
                      <a:r>
                        <a:rPr lang="en-US" dirty="0" err="1"/>
                        <a:t>labour</a:t>
                      </a:r>
                      <a:r>
                        <a:rPr lang="en-US" dirty="0"/>
                        <a:t> cost in coconut basin weeding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Direct Customer (Farmers)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SDG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4658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b="1" dirty="0"/>
                        <a:t>Problem </a:t>
                      </a:r>
                    </a:p>
                    <a:p>
                      <a:pPr marL="0" marR="0" indent="0" algn="ctr" defTabSz="914400" rtl="0" eaLnBrk="1" fontAlgn="auto" latinLnBrk="0" hangingPunct="1">
                        <a:lnSpc>
                          <a:spcPct val="100000"/>
                        </a:lnSpc>
                        <a:spcBef>
                          <a:spcPts val="0"/>
                        </a:spcBef>
                        <a:spcAft>
                          <a:spcPts val="0"/>
                        </a:spcAft>
                        <a:buClrTx/>
                        <a:buSzTx/>
                        <a:buFontTx/>
                        <a:buNone/>
                        <a:tabLst/>
                        <a:defRPr/>
                      </a:pPr>
                      <a:r>
                        <a:rPr lang="en-IN" b="1" dirty="0"/>
                        <a:t>Statement</a:t>
                      </a:r>
                      <a:r>
                        <a:rPr lang="en-IN" b="1" baseline="0" dirty="0"/>
                        <a:t> 2</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Root damage from heavy brush cutters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Agricultural Industry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SDG 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b="1" dirty="0"/>
                        <a:t>Problem </a:t>
                      </a:r>
                    </a:p>
                    <a:p>
                      <a:pPr marL="0" marR="0" indent="0" algn="ctr" defTabSz="914400" rtl="0" eaLnBrk="1" fontAlgn="auto" latinLnBrk="0" hangingPunct="1">
                        <a:lnSpc>
                          <a:spcPct val="100000"/>
                        </a:lnSpc>
                        <a:spcBef>
                          <a:spcPts val="0"/>
                        </a:spcBef>
                        <a:spcAft>
                          <a:spcPts val="0"/>
                        </a:spcAft>
                        <a:buClrTx/>
                        <a:buSzTx/>
                        <a:buFontTx/>
                        <a:buNone/>
                        <a:tabLst/>
                        <a:defRPr/>
                      </a:pPr>
                      <a:r>
                        <a:rPr lang="en-IN" b="1" dirty="0"/>
                        <a:t>Statement</a:t>
                      </a:r>
                      <a:r>
                        <a:rPr lang="en-IN" b="1" baseline="0" dirty="0"/>
                        <a:t> 3</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Labour shortage in agriculture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SIH 2024 / Govt Reports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SDG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b="1" dirty="0"/>
                        <a:t>Problem </a:t>
                      </a:r>
                    </a:p>
                    <a:p>
                      <a:pPr marL="0" marR="0" indent="0" algn="ctr" defTabSz="914400" rtl="0" eaLnBrk="1" fontAlgn="auto" latinLnBrk="0" hangingPunct="1">
                        <a:lnSpc>
                          <a:spcPct val="100000"/>
                        </a:lnSpc>
                        <a:spcBef>
                          <a:spcPts val="0"/>
                        </a:spcBef>
                        <a:spcAft>
                          <a:spcPts val="0"/>
                        </a:spcAft>
                        <a:buClrTx/>
                        <a:buSzTx/>
                        <a:buFontTx/>
                        <a:buNone/>
                        <a:tabLst/>
                        <a:defRPr/>
                      </a:pPr>
                      <a:r>
                        <a:rPr lang="en-IN" b="1" dirty="0"/>
                        <a:t>Statement</a:t>
                      </a:r>
                      <a:r>
                        <a:rPr lang="en-IN" b="1" baseline="0" dirty="0"/>
                        <a:t> 4</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High fuel &amp; maintenance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Agri Innovation Contest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SDG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b="1" dirty="0"/>
                        <a:t>Problem </a:t>
                      </a:r>
                    </a:p>
                    <a:p>
                      <a:pPr marL="0" marR="0" indent="0" algn="ctr" defTabSz="914400" rtl="0" eaLnBrk="1" fontAlgn="auto" latinLnBrk="0" hangingPunct="1">
                        <a:lnSpc>
                          <a:spcPct val="100000"/>
                        </a:lnSpc>
                        <a:spcBef>
                          <a:spcPts val="0"/>
                        </a:spcBef>
                        <a:spcAft>
                          <a:spcPts val="0"/>
                        </a:spcAft>
                        <a:buClrTx/>
                        <a:buSzTx/>
                        <a:buFontTx/>
                        <a:buNone/>
                        <a:tabLst/>
                        <a:defRPr/>
                      </a:pPr>
                      <a:r>
                        <a:rPr lang="en-IN" b="1" dirty="0"/>
                        <a:t>Statement</a:t>
                      </a:r>
                      <a:r>
                        <a:rPr lang="en-IN" b="1" baseline="0" dirty="0"/>
                        <a:t> 5</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No lightweight root-safe weeder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Customer Feedback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SDG 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Footer Placeholder 6">
            <a:extLst>
              <a:ext uri="{FF2B5EF4-FFF2-40B4-BE49-F238E27FC236}">
                <a16:creationId xmlns:a16="http://schemas.microsoft.com/office/drawing/2014/main" id="{30FF1E92-37FD-5EB3-ABF7-C516F2654265}"/>
              </a:ext>
            </a:extLst>
          </p:cNvPr>
          <p:cNvSpPr>
            <a:spLocks noGrp="1"/>
          </p:cNvSpPr>
          <p:nvPr>
            <p:ph type="ftr" sz="quarter" idx="11"/>
          </p:nvPr>
        </p:nvSpPr>
        <p:spPr/>
        <p:txBody>
          <a:bodyPr/>
          <a:lstStyle/>
          <a:p>
            <a:r>
              <a:rPr lang="en-IN" dirty="0"/>
              <a:t>MAP 2025</a:t>
            </a:r>
          </a:p>
        </p:txBody>
      </p:sp>
      <p:sp>
        <p:nvSpPr>
          <p:cNvPr id="8" name="Slide Number Placeholder 7">
            <a:extLst>
              <a:ext uri="{FF2B5EF4-FFF2-40B4-BE49-F238E27FC236}">
                <a16:creationId xmlns:a16="http://schemas.microsoft.com/office/drawing/2014/main" id="{BF9A04B2-E149-27D1-C042-B162A2E79E59}"/>
              </a:ext>
            </a:extLst>
          </p:cNvPr>
          <p:cNvSpPr>
            <a:spLocks noGrp="1"/>
          </p:cNvSpPr>
          <p:nvPr>
            <p:ph type="sldNum" sz="quarter" idx="12"/>
          </p:nvPr>
        </p:nvSpPr>
        <p:spPr/>
        <p:txBody>
          <a:bodyPr/>
          <a:lstStyle/>
          <a:p>
            <a:fld id="{8B80762C-F2FD-4145-979C-8E15085ED4A0}" type="slidenum">
              <a:rPr lang="en-IN" smtClean="0"/>
              <a:t>3</a:t>
            </a:fld>
            <a:endParaRPr lang="en-IN"/>
          </a:p>
        </p:txBody>
      </p:sp>
      <p:sp>
        <p:nvSpPr>
          <p:cNvPr id="9" name="Date Placeholder 8">
            <a:extLst>
              <a:ext uri="{FF2B5EF4-FFF2-40B4-BE49-F238E27FC236}">
                <a16:creationId xmlns:a16="http://schemas.microsoft.com/office/drawing/2014/main" id="{CBAD4EAE-5BE0-5981-107F-B3F4E380EB6E}"/>
              </a:ext>
            </a:extLst>
          </p:cNvPr>
          <p:cNvSpPr>
            <a:spLocks noGrp="1"/>
          </p:cNvSpPr>
          <p:nvPr>
            <p:ph type="dt" sz="half" idx="10"/>
          </p:nvPr>
        </p:nvSpPr>
        <p:spPr/>
        <p:txBody>
          <a:bodyPr/>
          <a:lstStyle/>
          <a:p>
            <a:fld id="{B586646C-74F3-4311-AC52-20D39018B5CB}" type="datetime1">
              <a:rPr lang="en-IN" smtClean="0"/>
              <a:t>03-03-2026</a:t>
            </a:fld>
            <a:endParaRPr lang="en-IN"/>
          </a:p>
        </p:txBody>
      </p:sp>
    </p:spTree>
    <p:extLst>
      <p:ext uri="{BB962C8B-B14F-4D97-AF65-F5344CB8AC3E}">
        <p14:creationId xmlns:p14="http://schemas.microsoft.com/office/powerpoint/2010/main" val="3799161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41DED-37F9-176E-13A4-C54AA2460947}"/>
              </a:ext>
            </a:extLst>
          </p:cNvPr>
          <p:cNvSpPr>
            <a:spLocks noGrp="1"/>
          </p:cNvSpPr>
          <p:nvPr>
            <p:ph type="title"/>
          </p:nvPr>
        </p:nvSpPr>
        <p:spPr/>
        <p:txBody>
          <a:bodyPr/>
          <a:lstStyle/>
          <a:p>
            <a:r>
              <a:rPr lang="en-US" b="1" dirty="0">
                <a:solidFill>
                  <a:srgbClr val="C00000"/>
                </a:solidFill>
              </a:rPr>
              <a:t>Discussion with Customer</a:t>
            </a:r>
            <a:endParaRPr lang="en-IN" b="1" dirty="0">
              <a:solidFill>
                <a:srgbClr val="C00000"/>
              </a:solidFill>
            </a:endParaRPr>
          </a:p>
        </p:txBody>
      </p:sp>
      <p:pic>
        <p:nvPicPr>
          <p:cNvPr id="7" name="Content Placeholder 6">
            <a:extLst>
              <a:ext uri="{FF2B5EF4-FFF2-40B4-BE49-F238E27FC236}">
                <a16:creationId xmlns:a16="http://schemas.microsoft.com/office/drawing/2014/main" id="{2FFFA704-E850-A7D8-A8DA-A0CE52BE3937}"/>
              </a:ext>
            </a:extLst>
          </p:cNvPr>
          <p:cNvPicPr>
            <a:picLocks noGrp="1" noChangeAspect="1"/>
          </p:cNvPicPr>
          <p:nvPr>
            <p:ph idx="1"/>
          </p:nvPr>
        </p:nvPicPr>
        <p:blipFill>
          <a:blip r:embed="rId2"/>
          <a:stretch>
            <a:fillRect/>
          </a:stretch>
        </p:blipFill>
        <p:spPr>
          <a:xfrm>
            <a:off x="1057141" y="1837616"/>
            <a:ext cx="4397633" cy="3520448"/>
          </a:xfrm>
          <a:prstGeom prst="rect">
            <a:avLst/>
          </a:prstGeom>
        </p:spPr>
      </p:pic>
      <p:sp>
        <p:nvSpPr>
          <p:cNvPr id="4" name="Date Placeholder 3">
            <a:extLst>
              <a:ext uri="{FF2B5EF4-FFF2-40B4-BE49-F238E27FC236}">
                <a16:creationId xmlns:a16="http://schemas.microsoft.com/office/drawing/2014/main" id="{FECD1483-15C9-58CD-8C76-1D8E710E8E6D}"/>
              </a:ext>
            </a:extLst>
          </p:cNvPr>
          <p:cNvSpPr>
            <a:spLocks noGrp="1"/>
          </p:cNvSpPr>
          <p:nvPr>
            <p:ph type="dt" sz="half" idx="10"/>
          </p:nvPr>
        </p:nvSpPr>
        <p:spPr/>
        <p:txBody>
          <a:bodyPr/>
          <a:lstStyle/>
          <a:p>
            <a:fld id="{77B9A470-1865-4131-B7FE-F37C27291358}" type="datetime1">
              <a:rPr lang="en-IN" smtClean="0"/>
              <a:t>03-03-2026</a:t>
            </a:fld>
            <a:endParaRPr lang="en-IN"/>
          </a:p>
        </p:txBody>
      </p:sp>
      <p:sp>
        <p:nvSpPr>
          <p:cNvPr id="5" name="Footer Placeholder 4">
            <a:extLst>
              <a:ext uri="{FF2B5EF4-FFF2-40B4-BE49-F238E27FC236}">
                <a16:creationId xmlns:a16="http://schemas.microsoft.com/office/drawing/2014/main" id="{D27FBDFE-B2B7-6B89-5F96-FBC4F15F5FDE}"/>
              </a:ext>
            </a:extLst>
          </p:cNvPr>
          <p:cNvSpPr>
            <a:spLocks noGrp="1"/>
          </p:cNvSpPr>
          <p:nvPr>
            <p:ph type="ftr" sz="quarter" idx="11"/>
          </p:nvPr>
        </p:nvSpPr>
        <p:spPr/>
        <p:txBody>
          <a:bodyPr/>
          <a:lstStyle/>
          <a:p>
            <a:r>
              <a:rPr lang="en-IN"/>
              <a:t>MRIET 2024</a:t>
            </a:r>
          </a:p>
        </p:txBody>
      </p:sp>
      <p:sp>
        <p:nvSpPr>
          <p:cNvPr id="6" name="Slide Number Placeholder 5">
            <a:extLst>
              <a:ext uri="{FF2B5EF4-FFF2-40B4-BE49-F238E27FC236}">
                <a16:creationId xmlns:a16="http://schemas.microsoft.com/office/drawing/2014/main" id="{8CCA5DC9-F3F5-E79F-893E-827984D6737C}"/>
              </a:ext>
            </a:extLst>
          </p:cNvPr>
          <p:cNvSpPr>
            <a:spLocks noGrp="1"/>
          </p:cNvSpPr>
          <p:nvPr>
            <p:ph type="sldNum" sz="quarter" idx="12"/>
          </p:nvPr>
        </p:nvSpPr>
        <p:spPr/>
        <p:txBody>
          <a:bodyPr/>
          <a:lstStyle/>
          <a:p>
            <a:fld id="{8B80762C-F2FD-4145-979C-8E15085ED4A0}" type="slidenum">
              <a:rPr lang="en-IN" smtClean="0"/>
              <a:t>4</a:t>
            </a:fld>
            <a:endParaRPr lang="en-IN"/>
          </a:p>
        </p:txBody>
      </p:sp>
      <p:pic>
        <p:nvPicPr>
          <p:cNvPr id="8" name="Picture 7">
            <a:extLst>
              <a:ext uri="{FF2B5EF4-FFF2-40B4-BE49-F238E27FC236}">
                <a16:creationId xmlns:a16="http://schemas.microsoft.com/office/drawing/2014/main" id="{B6CF10F1-8371-13F0-566E-8A6C260CDC71}"/>
              </a:ext>
            </a:extLst>
          </p:cNvPr>
          <p:cNvPicPr>
            <a:picLocks noChangeAspect="1"/>
          </p:cNvPicPr>
          <p:nvPr/>
        </p:nvPicPr>
        <p:blipFill>
          <a:blip r:embed="rId3"/>
          <a:srcRect l="10000" b="51611"/>
          <a:stretch>
            <a:fillRect/>
          </a:stretch>
        </p:blipFill>
        <p:spPr>
          <a:xfrm>
            <a:off x="7020060" y="1837616"/>
            <a:ext cx="4114799" cy="3520448"/>
          </a:xfrm>
          <a:prstGeom prst="rect">
            <a:avLst/>
          </a:prstGeom>
        </p:spPr>
      </p:pic>
    </p:spTree>
    <p:extLst>
      <p:ext uri="{BB962C8B-B14F-4D97-AF65-F5344CB8AC3E}">
        <p14:creationId xmlns:p14="http://schemas.microsoft.com/office/powerpoint/2010/main" val="1387118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82729-F706-0E25-3175-0B6F00556BF4}"/>
              </a:ext>
            </a:extLst>
          </p:cNvPr>
          <p:cNvSpPr>
            <a:spLocks noGrp="1"/>
          </p:cNvSpPr>
          <p:nvPr>
            <p:ph type="title"/>
          </p:nvPr>
        </p:nvSpPr>
        <p:spPr>
          <a:xfrm>
            <a:off x="1428108" y="267367"/>
            <a:ext cx="8774130" cy="1230927"/>
          </a:xfrm>
        </p:spPr>
        <p:txBody>
          <a:bodyPr>
            <a:normAutofit/>
          </a:bodyPr>
          <a:lstStyle/>
          <a:p>
            <a:pPr algn="ctr"/>
            <a:r>
              <a:rPr lang="en-US" b="1" dirty="0">
                <a:solidFill>
                  <a:srgbClr val="C00000"/>
                </a:solidFill>
              </a:rPr>
              <a:t>Selected Final Problem Statement</a:t>
            </a:r>
            <a:endParaRPr lang="en-IN" b="1" dirty="0">
              <a:solidFill>
                <a:srgbClr val="C00000"/>
              </a:solidFill>
            </a:endParaRPr>
          </a:p>
        </p:txBody>
      </p:sp>
      <p:sp>
        <p:nvSpPr>
          <p:cNvPr id="3" name="Content Placeholder 2">
            <a:extLst>
              <a:ext uri="{FF2B5EF4-FFF2-40B4-BE49-F238E27FC236}">
                <a16:creationId xmlns:a16="http://schemas.microsoft.com/office/drawing/2014/main" id="{744B53B7-D4F4-37F7-D356-D927224C0766}"/>
              </a:ext>
            </a:extLst>
          </p:cNvPr>
          <p:cNvSpPr>
            <a:spLocks noGrp="1"/>
          </p:cNvSpPr>
          <p:nvPr>
            <p:ph idx="1"/>
          </p:nvPr>
        </p:nvSpPr>
        <p:spPr>
          <a:xfrm>
            <a:off x="790074" y="2051155"/>
            <a:ext cx="10515600" cy="2755690"/>
          </a:xfrm>
        </p:spPr>
        <p:txBody>
          <a:bodyPr>
            <a:normAutofit/>
          </a:bodyPr>
          <a:lstStyle/>
          <a:p>
            <a:r>
              <a:rPr lang="en-US" sz="2600" dirty="0"/>
              <a:t>This project is about designing a power weeder for coconut farms. It helps remove weeds quickly and easily between coconut trees. The machine reduces manual work, saves time and labor cost, and improves farm productivity. It is simple, efficient, and suitable for small and medium farmers.</a:t>
            </a:r>
            <a:r>
              <a:rPr lang="en-IN" sz="2600" dirty="0"/>
              <a:t>…</a:t>
            </a:r>
          </a:p>
        </p:txBody>
      </p:sp>
      <p:sp>
        <p:nvSpPr>
          <p:cNvPr id="7" name="Footer Placeholder 6">
            <a:extLst>
              <a:ext uri="{FF2B5EF4-FFF2-40B4-BE49-F238E27FC236}">
                <a16:creationId xmlns:a16="http://schemas.microsoft.com/office/drawing/2014/main" id="{03C8BA4B-6E73-A76C-E5B1-7803EFA58A86}"/>
              </a:ext>
            </a:extLst>
          </p:cNvPr>
          <p:cNvSpPr>
            <a:spLocks noGrp="1"/>
          </p:cNvSpPr>
          <p:nvPr>
            <p:ph type="ftr" sz="quarter" idx="11"/>
          </p:nvPr>
        </p:nvSpPr>
        <p:spPr/>
        <p:txBody>
          <a:bodyPr/>
          <a:lstStyle/>
          <a:p>
            <a:r>
              <a:rPr lang="en-IN" dirty="0"/>
              <a:t>MAP 2025</a:t>
            </a:r>
          </a:p>
        </p:txBody>
      </p:sp>
      <p:sp>
        <p:nvSpPr>
          <p:cNvPr id="8" name="Slide Number Placeholder 7">
            <a:extLst>
              <a:ext uri="{FF2B5EF4-FFF2-40B4-BE49-F238E27FC236}">
                <a16:creationId xmlns:a16="http://schemas.microsoft.com/office/drawing/2014/main" id="{66C5E398-9C94-9761-56BF-C7025BFFA97D}"/>
              </a:ext>
            </a:extLst>
          </p:cNvPr>
          <p:cNvSpPr>
            <a:spLocks noGrp="1"/>
          </p:cNvSpPr>
          <p:nvPr>
            <p:ph type="sldNum" sz="quarter" idx="12"/>
          </p:nvPr>
        </p:nvSpPr>
        <p:spPr/>
        <p:txBody>
          <a:bodyPr/>
          <a:lstStyle/>
          <a:p>
            <a:fld id="{8B80762C-F2FD-4145-979C-8E15085ED4A0}" type="slidenum">
              <a:rPr lang="en-IN" smtClean="0"/>
              <a:t>5</a:t>
            </a:fld>
            <a:endParaRPr lang="en-IN"/>
          </a:p>
        </p:txBody>
      </p:sp>
      <p:sp>
        <p:nvSpPr>
          <p:cNvPr id="9" name="Date Placeholder 8">
            <a:extLst>
              <a:ext uri="{FF2B5EF4-FFF2-40B4-BE49-F238E27FC236}">
                <a16:creationId xmlns:a16="http://schemas.microsoft.com/office/drawing/2014/main" id="{75960B25-F4C3-5236-E7B5-6A0C4B03B611}"/>
              </a:ext>
            </a:extLst>
          </p:cNvPr>
          <p:cNvSpPr>
            <a:spLocks noGrp="1"/>
          </p:cNvSpPr>
          <p:nvPr>
            <p:ph type="dt" sz="half" idx="10"/>
          </p:nvPr>
        </p:nvSpPr>
        <p:spPr/>
        <p:txBody>
          <a:bodyPr/>
          <a:lstStyle/>
          <a:p>
            <a:fld id="{386E8B41-4F67-45CE-BAB4-D2F9B2A88920}" type="datetime1">
              <a:rPr lang="en-IN" smtClean="0"/>
              <a:t>03-03-2026</a:t>
            </a:fld>
            <a:endParaRPr lang="en-IN"/>
          </a:p>
        </p:txBody>
      </p:sp>
    </p:spTree>
    <p:extLst>
      <p:ext uri="{BB962C8B-B14F-4D97-AF65-F5344CB8AC3E}">
        <p14:creationId xmlns:p14="http://schemas.microsoft.com/office/powerpoint/2010/main" val="4087279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82729-F706-0E25-3175-0B6F00556BF4}"/>
              </a:ext>
            </a:extLst>
          </p:cNvPr>
          <p:cNvSpPr>
            <a:spLocks noGrp="1"/>
          </p:cNvSpPr>
          <p:nvPr>
            <p:ph type="title"/>
          </p:nvPr>
        </p:nvSpPr>
        <p:spPr>
          <a:xfrm>
            <a:off x="1428108" y="267367"/>
            <a:ext cx="8774130" cy="1230927"/>
          </a:xfrm>
        </p:spPr>
        <p:txBody>
          <a:bodyPr>
            <a:normAutofit/>
          </a:bodyPr>
          <a:lstStyle/>
          <a:p>
            <a:pPr algn="ctr"/>
            <a:r>
              <a:rPr lang="en-US" b="1" dirty="0">
                <a:solidFill>
                  <a:srgbClr val="C00000"/>
                </a:solidFill>
              </a:rPr>
              <a:t>Key assumptions and Objective</a:t>
            </a:r>
            <a:endParaRPr lang="en-IN" b="1" dirty="0">
              <a:solidFill>
                <a:srgbClr val="C00000"/>
              </a:solidFill>
            </a:endParaRPr>
          </a:p>
        </p:txBody>
      </p:sp>
      <p:sp>
        <p:nvSpPr>
          <p:cNvPr id="3" name="Content Placeholder 2">
            <a:extLst>
              <a:ext uri="{FF2B5EF4-FFF2-40B4-BE49-F238E27FC236}">
                <a16:creationId xmlns:a16="http://schemas.microsoft.com/office/drawing/2014/main" id="{744B53B7-D4F4-37F7-D356-D927224C0766}"/>
              </a:ext>
            </a:extLst>
          </p:cNvPr>
          <p:cNvSpPr>
            <a:spLocks noGrp="1"/>
          </p:cNvSpPr>
          <p:nvPr>
            <p:ph idx="1"/>
          </p:nvPr>
        </p:nvSpPr>
        <p:spPr>
          <a:xfrm>
            <a:off x="690717" y="1383173"/>
            <a:ext cx="10515600" cy="4351338"/>
          </a:xfrm>
        </p:spPr>
        <p:txBody>
          <a:bodyPr>
            <a:normAutofit fontScale="92500" lnSpcReduction="10000"/>
          </a:bodyPr>
          <a:lstStyle/>
          <a:p>
            <a:r>
              <a:rPr lang="en-US" sz="2400" b="1" dirty="0"/>
              <a:t>Key Assumptions</a:t>
            </a:r>
          </a:p>
          <a:p>
            <a:r>
              <a:rPr lang="en-US" sz="1900" dirty="0"/>
              <a:t>Coconut farms have narrow spacing between trees.</a:t>
            </a:r>
          </a:p>
          <a:p>
            <a:r>
              <a:rPr lang="en-US" sz="1900" dirty="0"/>
              <a:t>Farmers need a low-cost and easy-to-operate machine.</a:t>
            </a:r>
          </a:p>
          <a:p>
            <a:r>
              <a:rPr lang="en-US" sz="1900" dirty="0"/>
              <a:t>The soil condition may be uneven and semi-wet.</a:t>
            </a:r>
          </a:p>
          <a:p>
            <a:r>
              <a:rPr lang="en-US" sz="1900" dirty="0"/>
              <a:t>The machine should not damage coconut tree roots.</a:t>
            </a:r>
          </a:p>
          <a:p>
            <a:r>
              <a:rPr lang="en-US" sz="1900" dirty="0"/>
              <a:t>Maintenance facilities in rural areas are limited.</a:t>
            </a:r>
          </a:p>
          <a:p>
            <a:r>
              <a:rPr lang="en-US" sz="2400" b="1" dirty="0"/>
              <a:t>Objectives</a:t>
            </a:r>
          </a:p>
          <a:p>
            <a:r>
              <a:rPr lang="en-US" sz="1900" dirty="0"/>
              <a:t>To design a compact power weeder suitable for coconut farms.</a:t>
            </a:r>
          </a:p>
          <a:p>
            <a:r>
              <a:rPr lang="en-US" sz="1900" dirty="0"/>
              <a:t>To reduce manual labor and time required for weeding.</a:t>
            </a:r>
          </a:p>
          <a:p>
            <a:r>
              <a:rPr lang="en-US" sz="1900" dirty="0"/>
              <a:t>To improve operational efficiency and productivity.</a:t>
            </a:r>
          </a:p>
          <a:p>
            <a:r>
              <a:rPr lang="en-US" sz="1900" dirty="0"/>
              <a:t>To ensure safe operation around coconut trees.</a:t>
            </a:r>
          </a:p>
          <a:p>
            <a:r>
              <a:rPr lang="en-US" sz="1900" dirty="0"/>
              <a:t>To develop a cost-effective and durable machine.</a:t>
            </a:r>
          </a:p>
          <a:p>
            <a:pPr marL="0" indent="0">
              <a:buNone/>
            </a:pPr>
            <a:endParaRPr lang="en-IN" dirty="0"/>
          </a:p>
        </p:txBody>
      </p:sp>
      <p:sp>
        <p:nvSpPr>
          <p:cNvPr id="7" name="Footer Placeholder 6">
            <a:extLst>
              <a:ext uri="{FF2B5EF4-FFF2-40B4-BE49-F238E27FC236}">
                <a16:creationId xmlns:a16="http://schemas.microsoft.com/office/drawing/2014/main" id="{03C8BA4B-6E73-A76C-E5B1-7803EFA58A86}"/>
              </a:ext>
            </a:extLst>
          </p:cNvPr>
          <p:cNvSpPr>
            <a:spLocks noGrp="1"/>
          </p:cNvSpPr>
          <p:nvPr>
            <p:ph type="ftr" sz="quarter" idx="11"/>
          </p:nvPr>
        </p:nvSpPr>
        <p:spPr/>
        <p:txBody>
          <a:bodyPr/>
          <a:lstStyle/>
          <a:p>
            <a:r>
              <a:rPr lang="en-IN" dirty="0"/>
              <a:t>MAP 2025</a:t>
            </a:r>
          </a:p>
        </p:txBody>
      </p:sp>
      <p:sp>
        <p:nvSpPr>
          <p:cNvPr id="8" name="Slide Number Placeholder 7">
            <a:extLst>
              <a:ext uri="{FF2B5EF4-FFF2-40B4-BE49-F238E27FC236}">
                <a16:creationId xmlns:a16="http://schemas.microsoft.com/office/drawing/2014/main" id="{66C5E398-9C94-9761-56BF-C7025BFFA97D}"/>
              </a:ext>
            </a:extLst>
          </p:cNvPr>
          <p:cNvSpPr>
            <a:spLocks noGrp="1"/>
          </p:cNvSpPr>
          <p:nvPr>
            <p:ph type="sldNum" sz="quarter" idx="12"/>
          </p:nvPr>
        </p:nvSpPr>
        <p:spPr/>
        <p:txBody>
          <a:bodyPr/>
          <a:lstStyle/>
          <a:p>
            <a:fld id="{8B80762C-F2FD-4145-979C-8E15085ED4A0}" type="slidenum">
              <a:rPr lang="en-IN" smtClean="0"/>
              <a:t>6</a:t>
            </a:fld>
            <a:endParaRPr lang="en-IN"/>
          </a:p>
        </p:txBody>
      </p:sp>
      <p:sp>
        <p:nvSpPr>
          <p:cNvPr id="9" name="Date Placeholder 8">
            <a:extLst>
              <a:ext uri="{FF2B5EF4-FFF2-40B4-BE49-F238E27FC236}">
                <a16:creationId xmlns:a16="http://schemas.microsoft.com/office/drawing/2014/main" id="{75960B25-F4C3-5236-E7B5-6A0C4B03B611}"/>
              </a:ext>
            </a:extLst>
          </p:cNvPr>
          <p:cNvSpPr>
            <a:spLocks noGrp="1"/>
          </p:cNvSpPr>
          <p:nvPr>
            <p:ph type="dt" sz="half" idx="10"/>
          </p:nvPr>
        </p:nvSpPr>
        <p:spPr/>
        <p:txBody>
          <a:bodyPr/>
          <a:lstStyle/>
          <a:p>
            <a:fld id="{386E8B41-4F67-45CE-BAB4-D2F9B2A88920}" type="datetime1">
              <a:rPr lang="en-IN" smtClean="0"/>
              <a:t>03-03-2026</a:t>
            </a:fld>
            <a:endParaRPr lang="en-IN"/>
          </a:p>
        </p:txBody>
      </p:sp>
    </p:spTree>
    <p:extLst>
      <p:ext uri="{BB962C8B-B14F-4D97-AF65-F5344CB8AC3E}">
        <p14:creationId xmlns:p14="http://schemas.microsoft.com/office/powerpoint/2010/main" val="2088890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82729-F706-0E25-3175-0B6F00556BF4}"/>
              </a:ext>
            </a:extLst>
          </p:cNvPr>
          <p:cNvSpPr>
            <a:spLocks noGrp="1"/>
          </p:cNvSpPr>
          <p:nvPr>
            <p:ph type="title"/>
          </p:nvPr>
        </p:nvSpPr>
        <p:spPr>
          <a:xfrm>
            <a:off x="1428108" y="267367"/>
            <a:ext cx="8774130" cy="1397046"/>
          </a:xfrm>
        </p:spPr>
        <p:txBody>
          <a:bodyPr>
            <a:normAutofit/>
          </a:bodyPr>
          <a:lstStyle/>
          <a:p>
            <a:pPr algn="ctr"/>
            <a:r>
              <a:rPr lang="en-US" b="1" dirty="0">
                <a:solidFill>
                  <a:srgbClr val="C00000"/>
                </a:solidFill>
              </a:rPr>
              <a:t>Plan to Execute</a:t>
            </a:r>
            <a:br>
              <a:rPr lang="en-US" dirty="0">
                <a:solidFill>
                  <a:srgbClr val="0070C0"/>
                </a:solidFill>
              </a:rPr>
            </a:br>
            <a:endParaRPr lang="en-IN" b="1" dirty="0">
              <a:solidFill>
                <a:srgbClr val="C00000"/>
              </a:solidFill>
            </a:endParaRPr>
          </a:p>
        </p:txBody>
      </p:sp>
      <p:sp>
        <p:nvSpPr>
          <p:cNvPr id="3" name="Content Placeholder 2">
            <a:extLst>
              <a:ext uri="{FF2B5EF4-FFF2-40B4-BE49-F238E27FC236}">
                <a16:creationId xmlns:a16="http://schemas.microsoft.com/office/drawing/2014/main" id="{744B53B7-D4F4-37F7-D356-D927224C0766}"/>
              </a:ext>
            </a:extLst>
          </p:cNvPr>
          <p:cNvSpPr>
            <a:spLocks noGrp="1"/>
          </p:cNvSpPr>
          <p:nvPr>
            <p:ph idx="1"/>
          </p:nvPr>
        </p:nvSpPr>
        <p:spPr>
          <a:xfrm>
            <a:off x="690717" y="1383173"/>
            <a:ext cx="10515600" cy="4351338"/>
          </a:xfrm>
        </p:spPr>
        <p:txBody>
          <a:bodyPr>
            <a:normAutofit fontScale="92500" lnSpcReduction="10000"/>
          </a:bodyPr>
          <a:lstStyle/>
          <a:p>
            <a:pPr marL="0" indent="0" algn="ctr">
              <a:buNone/>
            </a:pPr>
            <a:r>
              <a:rPr lang="en-IN" dirty="0"/>
              <a:t>Problem Study</a:t>
            </a:r>
            <a:br>
              <a:rPr lang="en-IN" dirty="0"/>
            </a:br>
            <a:r>
              <a:rPr lang="en-IN" dirty="0"/>
              <a:t>⬇</a:t>
            </a:r>
            <a:br>
              <a:rPr lang="en-IN" dirty="0"/>
            </a:br>
            <a:r>
              <a:rPr lang="en-IN" dirty="0"/>
              <a:t>Requirement Analysis</a:t>
            </a:r>
            <a:br>
              <a:rPr lang="en-IN" dirty="0"/>
            </a:br>
            <a:r>
              <a:rPr lang="en-IN" dirty="0"/>
              <a:t>⬇</a:t>
            </a:r>
            <a:br>
              <a:rPr lang="en-IN" dirty="0"/>
            </a:br>
            <a:r>
              <a:rPr lang="en-IN" dirty="0"/>
              <a:t>Concept Design</a:t>
            </a:r>
            <a:br>
              <a:rPr lang="en-IN" dirty="0"/>
            </a:br>
            <a:r>
              <a:rPr lang="en-IN" dirty="0"/>
              <a:t>⬇</a:t>
            </a:r>
            <a:br>
              <a:rPr lang="en-IN" dirty="0"/>
            </a:br>
            <a:r>
              <a:rPr lang="en-IN" dirty="0"/>
              <a:t>CAD Modelling</a:t>
            </a:r>
            <a:br>
              <a:rPr lang="en-IN" dirty="0"/>
            </a:br>
            <a:r>
              <a:rPr lang="en-IN" dirty="0"/>
              <a:t>⬇</a:t>
            </a:r>
            <a:br>
              <a:rPr lang="en-IN" dirty="0"/>
            </a:br>
            <a:r>
              <a:rPr lang="en-IN" dirty="0"/>
              <a:t>Design Validation</a:t>
            </a:r>
            <a:br>
              <a:rPr lang="en-IN" dirty="0"/>
            </a:br>
            <a:r>
              <a:rPr lang="en-IN" dirty="0"/>
              <a:t>⬇</a:t>
            </a:r>
            <a:br>
              <a:rPr lang="en-IN" dirty="0"/>
            </a:br>
            <a:r>
              <a:rPr lang="en-IN" dirty="0"/>
              <a:t>Prototype Planning</a:t>
            </a:r>
            <a:br>
              <a:rPr lang="en-IN" dirty="0"/>
            </a:br>
            <a:r>
              <a:rPr lang="en-IN" dirty="0"/>
              <a:t>⬇</a:t>
            </a:r>
            <a:br>
              <a:rPr lang="en-IN" dirty="0"/>
            </a:br>
            <a:r>
              <a:rPr lang="en-IN" dirty="0"/>
              <a:t>Final Documentation</a:t>
            </a:r>
          </a:p>
        </p:txBody>
      </p:sp>
      <p:sp>
        <p:nvSpPr>
          <p:cNvPr id="7" name="Footer Placeholder 6">
            <a:extLst>
              <a:ext uri="{FF2B5EF4-FFF2-40B4-BE49-F238E27FC236}">
                <a16:creationId xmlns:a16="http://schemas.microsoft.com/office/drawing/2014/main" id="{03C8BA4B-6E73-A76C-E5B1-7803EFA58A86}"/>
              </a:ext>
            </a:extLst>
          </p:cNvPr>
          <p:cNvSpPr>
            <a:spLocks noGrp="1"/>
          </p:cNvSpPr>
          <p:nvPr>
            <p:ph type="ftr" sz="quarter" idx="11"/>
          </p:nvPr>
        </p:nvSpPr>
        <p:spPr/>
        <p:txBody>
          <a:bodyPr/>
          <a:lstStyle/>
          <a:p>
            <a:r>
              <a:rPr lang="en-IN" dirty="0"/>
              <a:t>MAP 2025</a:t>
            </a:r>
          </a:p>
        </p:txBody>
      </p:sp>
      <p:sp>
        <p:nvSpPr>
          <p:cNvPr id="8" name="Slide Number Placeholder 7">
            <a:extLst>
              <a:ext uri="{FF2B5EF4-FFF2-40B4-BE49-F238E27FC236}">
                <a16:creationId xmlns:a16="http://schemas.microsoft.com/office/drawing/2014/main" id="{66C5E398-9C94-9761-56BF-C7025BFFA97D}"/>
              </a:ext>
            </a:extLst>
          </p:cNvPr>
          <p:cNvSpPr>
            <a:spLocks noGrp="1"/>
          </p:cNvSpPr>
          <p:nvPr>
            <p:ph type="sldNum" sz="quarter" idx="12"/>
          </p:nvPr>
        </p:nvSpPr>
        <p:spPr/>
        <p:txBody>
          <a:bodyPr/>
          <a:lstStyle/>
          <a:p>
            <a:fld id="{8B80762C-F2FD-4145-979C-8E15085ED4A0}" type="slidenum">
              <a:rPr lang="en-IN" smtClean="0"/>
              <a:t>7</a:t>
            </a:fld>
            <a:endParaRPr lang="en-IN"/>
          </a:p>
        </p:txBody>
      </p:sp>
      <p:sp>
        <p:nvSpPr>
          <p:cNvPr id="9" name="Date Placeholder 8">
            <a:extLst>
              <a:ext uri="{FF2B5EF4-FFF2-40B4-BE49-F238E27FC236}">
                <a16:creationId xmlns:a16="http://schemas.microsoft.com/office/drawing/2014/main" id="{75960B25-F4C3-5236-E7B5-6A0C4B03B611}"/>
              </a:ext>
            </a:extLst>
          </p:cNvPr>
          <p:cNvSpPr>
            <a:spLocks noGrp="1"/>
          </p:cNvSpPr>
          <p:nvPr>
            <p:ph type="dt" sz="half" idx="10"/>
          </p:nvPr>
        </p:nvSpPr>
        <p:spPr/>
        <p:txBody>
          <a:bodyPr/>
          <a:lstStyle/>
          <a:p>
            <a:fld id="{386E8B41-4F67-45CE-BAB4-D2F9B2A88920}" type="datetime1">
              <a:rPr lang="en-IN" smtClean="0"/>
              <a:t>03-03-2026</a:t>
            </a:fld>
            <a:endParaRPr lang="en-IN"/>
          </a:p>
        </p:txBody>
      </p:sp>
    </p:spTree>
    <p:extLst>
      <p:ext uri="{BB962C8B-B14F-4D97-AF65-F5344CB8AC3E}">
        <p14:creationId xmlns:p14="http://schemas.microsoft.com/office/powerpoint/2010/main" val="3691520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82729-F706-0E25-3175-0B6F00556BF4}"/>
              </a:ext>
            </a:extLst>
          </p:cNvPr>
          <p:cNvSpPr>
            <a:spLocks noGrp="1"/>
          </p:cNvSpPr>
          <p:nvPr>
            <p:ph type="title"/>
          </p:nvPr>
        </p:nvSpPr>
        <p:spPr>
          <a:xfrm>
            <a:off x="3436374" y="185174"/>
            <a:ext cx="5528187" cy="970423"/>
          </a:xfrm>
        </p:spPr>
        <p:txBody>
          <a:bodyPr>
            <a:normAutofit/>
          </a:bodyPr>
          <a:lstStyle/>
          <a:p>
            <a:pPr algn="ctr"/>
            <a:r>
              <a:rPr lang="en-US" b="1" dirty="0">
                <a:solidFill>
                  <a:srgbClr val="C00000"/>
                </a:solidFill>
              </a:rPr>
              <a:t>References</a:t>
            </a:r>
            <a:endParaRPr lang="en-IN" b="1" dirty="0">
              <a:solidFill>
                <a:srgbClr val="C00000"/>
              </a:solidFill>
            </a:endParaRPr>
          </a:p>
        </p:txBody>
      </p:sp>
      <p:sp>
        <p:nvSpPr>
          <p:cNvPr id="7" name="Footer Placeholder 6">
            <a:extLst>
              <a:ext uri="{FF2B5EF4-FFF2-40B4-BE49-F238E27FC236}">
                <a16:creationId xmlns:a16="http://schemas.microsoft.com/office/drawing/2014/main" id="{2F7BA429-DAD7-9AC8-B28B-3DD716CEDE2F}"/>
              </a:ext>
            </a:extLst>
          </p:cNvPr>
          <p:cNvSpPr>
            <a:spLocks noGrp="1"/>
          </p:cNvSpPr>
          <p:nvPr>
            <p:ph type="ftr" sz="quarter" idx="11"/>
          </p:nvPr>
        </p:nvSpPr>
        <p:spPr/>
        <p:txBody>
          <a:bodyPr/>
          <a:lstStyle/>
          <a:p>
            <a:r>
              <a:rPr lang="en-IN" dirty="0"/>
              <a:t>MAP 2025</a:t>
            </a:r>
          </a:p>
        </p:txBody>
      </p:sp>
      <p:sp>
        <p:nvSpPr>
          <p:cNvPr id="8" name="Slide Number Placeholder 7">
            <a:extLst>
              <a:ext uri="{FF2B5EF4-FFF2-40B4-BE49-F238E27FC236}">
                <a16:creationId xmlns:a16="http://schemas.microsoft.com/office/drawing/2014/main" id="{6CD114F7-3958-62CC-118C-FAA6D52CD4BA}"/>
              </a:ext>
            </a:extLst>
          </p:cNvPr>
          <p:cNvSpPr>
            <a:spLocks noGrp="1"/>
          </p:cNvSpPr>
          <p:nvPr>
            <p:ph type="sldNum" sz="quarter" idx="12"/>
          </p:nvPr>
        </p:nvSpPr>
        <p:spPr/>
        <p:txBody>
          <a:bodyPr/>
          <a:lstStyle/>
          <a:p>
            <a:fld id="{8B80762C-F2FD-4145-979C-8E15085ED4A0}" type="slidenum">
              <a:rPr lang="en-IN" smtClean="0"/>
              <a:t>8</a:t>
            </a:fld>
            <a:endParaRPr lang="en-IN"/>
          </a:p>
        </p:txBody>
      </p:sp>
      <p:sp>
        <p:nvSpPr>
          <p:cNvPr id="9" name="Date Placeholder 8">
            <a:extLst>
              <a:ext uri="{FF2B5EF4-FFF2-40B4-BE49-F238E27FC236}">
                <a16:creationId xmlns:a16="http://schemas.microsoft.com/office/drawing/2014/main" id="{53312F06-5FCE-0CF0-AF94-04AAC4962D4F}"/>
              </a:ext>
            </a:extLst>
          </p:cNvPr>
          <p:cNvSpPr>
            <a:spLocks noGrp="1"/>
          </p:cNvSpPr>
          <p:nvPr>
            <p:ph type="dt" sz="half" idx="10"/>
          </p:nvPr>
        </p:nvSpPr>
        <p:spPr/>
        <p:txBody>
          <a:bodyPr/>
          <a:lstStyle/>
          <a:p>
            <a:fld id="{03EEA517-2B61-4770-A96A-3FE486EF1883}" type="datetime1">
              <a:rPr lang="en-IN" smtClean="0"/>
              <a:t>03-03-2026</a:t>
            </a:fld>
            <a:endParaRPr lang="en-IN"/>
          </a:p>
        </p:txBody>
      </p:sp>
      <p:sp>
        <p:nvSpPr>
          <p:cNvPr id="10" name="Content Placeholder 2">
            <a:extLst>
              <a:ext uri="{FF2B5EF4-FFF2-40B4-BE49-F238E27FC236}">
                <a16:creationId xmlns:a16="http://schemas.microsoft.com/office/drawing/2014/main" id="{F62E475C-AC56-C3B1-DBF6-A256FCD5ACFD}"/>
              </a:ext>
            </a:extLst>
          </p:cNvPr>
          <p:cNvSpPr>
            <a:spLocks noGrp="1"/>
          </p:cNvSpPr>
          <p:nvPr>
            <p:ph idx="1"/>
          </p:nvPr>
        </p:nvSpPr>
        <p:spPr>
          <a:xfrm>
            <a:off x="355070" y="1166018"/>
            <a:ext cx="11548171" cy="4464761"/>
          </a:xfrm>
        </p:spPr>
        <p:txBody>
          <a:bodyPr>
            <a:normAutofit/>
          </a:bodyPr>
          <a:lstStyle/>
          <a:p>
            <a:pPr marL="342900" lvl="0" indent="-342900" algn="just">
              <a:lnSpc>
                <a:spcPct val="150000"/>
              </a:lnSpc>
              <a:buFont typeface="+mj-lt"/>
              <a:buAutoNum type="arabicPeriod"/>
            </a:pPr>
            <a:r>
              <a:rPr lang="en-IN" sz="2000" dirty="0">
                <a:hlinkClick r:id="rId2"/>
              </a:rPr>
              <a:t>https://www.ijert.org/design-and-fabrication-of-pedal-operated-flour-mill</a:t>
            </a:r>
            <a:endParaRPr lang="en-IN" sz="2000" dirty="0"/>
          </a:p>
          <a:p>
            <a:pPr marL="342900" lvl="0" indent="-342900" algn="just">
              <a:lnSpc>
                <a:spcPct val="150000"/>
              </a:lnSpc>
              <a:buFont typeface="+mj-lt"/>
              <a:buAutoNum type="arabicPeriod"/>
            </a:pPr>
            <a:r>
              <a:rPr lang="en-IN" sz="2000" dirty="0">
                <a:hlinkClick r:id="rId3"/>
              </a:rPr>
              <a:t>https://doi.org/10.1016/j.jfoodeng.2008.07.021</a:t>
            </a:r>
            <a:endParaRPr lang="en-IN" sz="2000" dirty="0"/>
          </a:p>
          <a:p>
            <a:pPr marL="342900" lvl="0" indent="-342900" algn="just">
              <a:lnSpc>
                <a:spcPct val="150000"/>
              </a:lnSpc>
              <a:buFont typeface="+mj-lt"/>
              <a:buAutoNum type="arabicPeriod"/>
            </a:pPr>
            <a:r>
              <a:rPr lang="en-IN" sz="2000" dirty="0">
                <a:hlinkClick r:id="rId4"/>
              </a:rPr>
              <a:t>https://www.researchgate.net/publication/327259782_Design_and_Development_of_Multi_Grain_Grinding_Machine</a:t>
            </a:r>
            <a:endParaRPr lang="en-IN" sz="2000" dirty="0"/>
          </a:p>
          <a:p>
            <a:pPr marL="342900" lvl="0" indent="-342900" algn="just">
              <a:lnSpc>
                <a:spcPct val="150000"/>
              </a:lnSpc>
              <a:buFont typeface="+mj-lt"/>
              <a:buAutoNum type="arabicPeriod"/>
            </a:pPr>
            <a:r>
              <a:rPr lang="en-IN" sz="2000" dirty="0">
                <a:hlinkClick r:id="rId5"/>
              </a:rPr>
              <a:t>https://www.ijstr.org/final-print/sep2019/Design-And-Fabrication-Of-Pedal-Operated-Multi-Purpose-Machine.pdf</a:t>
            </a:r>
            <a:endParaRPr lang="en-IN" sz="2000" dirty="0"/>
          </a:p>
          <a:p>
            <a:pPr marL="342900" lvl="0" indent="-342900" algn="just">
              <a:lnSpc>
                <a:spcPct val="150000"/>
              </a:lnSpc>
              <a:buFont typeface="+mj-lt"/>
              <a:buAutoNum type="arabicPeriod"/>
            </a:pPr>
            <a:r>
              <a:rPr lang="en-IN" sz="2000" dirty="0">
                <a:hlinkClick r:id="rId6"/>
              </a:rPr>
              <a:t>https://doi.org/10.1007/s13197-011-0456-2</a:t>
            </a:r>
            <a:endParaRPr lang="en-IN" sz="2000" dirty="0"/>
          </a:p>
          <a:p>
            <a:pPr marL="342900" lvl="0" indent="-342900" algn="just">
              <a:lnSpc>
                <a:spcPct val="150000"/>
              </a:lnSpc>
              <a:buFont typeface="+mj-lt"/>
              <a:buAutoNum type="arabicPeriod"/>
            </a:pPr>
            <a:r>
              <a:rPr lang="en-IN" sz="2000" dirty="0">
                <a:hlinkClick r:id="rId7"/>
              </a:rPr>
              <a:t>https://www.sciencedirect.com/science/article/pii/S0260877403000415</a:t>
            </a:r>
            <a:endParaRPr lang="en-IN" sz="2000" dirty="0"/>
          </a:p>
        </p:txBody>
      </p:sp>
    </p:spTree>
    <p:extLst>
      <p:ext uri="{BB962C8B-B14F-4D97-AF65-F5344CB8AC3E}">
        <p14:creationId xmlns:p14="http://schemas.microsoft.com/office/powerpoint/2010/main" val="2345488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TotalTime>
  <Words>540</Words>
  <Application>Microsoft Office PowerPoint</Application>
  <PresentationFormat>Widescreen</PresentationFormat>
  <Paragraphs>99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Table of Content </vt:lpstr>
      <vt:lpstr>List of Problems through customers / industry defined problems/contest etc.</vt:lpstr>
      <vt:lpstr>Discussion with Customer</vt:lpstr>
      <vt:lpstr>Selected Final Problem Statement</vt:lpstr>
      <vt:lpstr>Key assumptions and Objective</vt:lpstr>
      <vt:lpstr>Plan to Execute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Kamatchi Kannan V</dc:creator>
  <cp:lastModifiedBy>AMBIKA B</cp:lastModifiedBy>
  <cp:revision>52</cp:revision>
  <dcterms:created xsi:type="dcterms:W3CDTF">2024-04-02T09:34:33Z</dcterms:created>
  <dcterms:modified xsi:type="dcterms:W3CDTF">2026-03-03T17:57:17Z</dcterms:modified>
</cp:coreProperties>
</file>