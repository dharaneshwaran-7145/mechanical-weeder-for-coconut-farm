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>
        <p:scale>
          <a:sx n="49" d="100"/>
          <a:sy n="49" d="100"/>
        </p:scale>
        <p:origin x="2002" y="6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CDC48-004B-49A5-9DD2-8F9C0C39EB2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3BF9A-226A-4D59-AACB-05DDF9E8E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6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DCA8-A7A0-A746-D2A1-C490B8A52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8670E-42A6-875C-369B-9F0211C46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8BA9A-1AA0-EAEB-4FF4-3DDF6E10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D34C1-CFAE-4B10-8936-D7BDC1D58129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6FB-1BA0-4595-1D70-23164CE0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35F7E-3DF1-6788-943A-99AADF3F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577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742B-FDC5-03E6-60DE-CDB3A12A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1721-4A61-DBB5-B0C2-820C4163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FD179-744A-9B3D-BEC6-C9872079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9A470-1865-4131-B7FE-F37C2729135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9BF8A-ED34-2238-A87C-CDD69067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B604-2818-A522-42C4-23A933A1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10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99CC-8977-2D16-7777-73B7CF39D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26DB6-B54E-11CA-0732-F204D31BF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A1C2-7977-02AF-7B41-8BE4E357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0F605-6CCA-4984-B83C-616F47E6251C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BF0EF-D59C-A917-8098-F2639D0E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8F8D-552E-114A-C02E-906DDBA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7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4B29-258E-DE82-071A-6B0BF303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2A8E-3433-54E9-17D4-6A3DA1914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1F2C4-2F7E-7D9E-6C74-C55498F4E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BF099-BC45-DBDD-2638-BC54869F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B4C3-BB6A-46B4-BA84-0B183F7B6E9B}" type="datetime1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86FF7-373A-1CE8-A325-9280E9726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15CE6-BEF0-914C-A8B4-764EC4DB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9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0E02-0B79-67D5-6071-2C87060BC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0644A-7192-1846-01AC-295621712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5ED10-B00E-FE84-800D-04A60787F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8CF11-0297-0E4E-EB32-6404A5A0C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19B41-ECBB-6C2F-CF12-C27FA0951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9F374-A686-B860-766D-4FC7F8AF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65A2-CB21-46B9-BEA6-4ECFB6FD2E0D}" type="datetime1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0F2AF-D370-649B-2EE7-251C15B1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D34BF-A808-9B30-280A-6E26821C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16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8262-CD50-A677-A9D4-E4D496ED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59985-A26A-1E3B-15C3-A519D130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97BB4-CB83-49C5-A5B0-B911C52AAF56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61439-B381-EF64-BBCF-54339213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C99B8-484E-7938-0659-F539FBC0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62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79357-DC9B-D798-EC96-8CB2A3B3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233E-5977-4899-9A00-E0AB5E556C80}" type="datetime1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59B15-5ABB-24DB-EC93-8378CA74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AE590-9BA9-6F1B-0338-D154F147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7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9D69-FDC2-98D8-E985-843C81A0F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9F68B-81AE-ECEF-0424-311C28795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92C48-957E-3ED3-6DFF-6FE0F50CE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DDA39-0149-A31A-0B53-F666EEF5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0969-E9C5-48BE-A475-ED49EA4F9E2B}" type="datetime1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C826-A26A-2873-087C-9E8A9A23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4A0C8-DAF0-F654-4C40-0D4D93B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75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6606-9C8D-D27E-62B2-1C5242C1D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B3A8E-7BFA-84AB-757F-438ED42D8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11D64-BC33-646F-2C25-C2DBFF617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E4E40-D247-39B3-2F35-C75FA9E2A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84FE-CF07-43FE-BEAF-CDA8413D801E}" type="datetime1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32790-AE66-1A14-47C6-E9C13EB5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120AF-9297-34E7-EE31-E6AA8F55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0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5C89-C9CA-37C4-769E-E6BA875D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AB7F3-D007-5E6B-F5EA-AF98E8220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6D280-E74E-1188-12EF-1238C462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4895-4309-4F3E-865F-20A07D5AB02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D6E68-0235-EFA2-E35E-EF956CC4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BF3F-47DE-1E93-965A-6E2C3348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90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4ADCE-2759-492C-91EB-D45D438ED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9CEB7-C8A3-5788-DAE1-36188DF83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D7081-40B2-B64E-15E7-2BD11D58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8676-4DF7-4384-8004-A7BB8196BA06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87DDB-2FD4-C929-EDB9-9095646F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F5DB-1F1B-8D38-0D57-965FE92CC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49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F47DE-5F08-1A85-54A4-3286783D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13635-1828-51C6-B6DC-2B30BAF55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577F0-ADC4-5154-F760-CF504C85D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782CF-09F6-48AE-837F-ACFDF5403B3B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8F098-983A-E2FB-7163-D2ABA7958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3ECE-D9C2-61A2-E9BF-A40AEF478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8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C55A95-8E39-DD6F-109C-21802F48E264}"/>
              </a:ext>
            </a:extLst>
          </p:cNvPr>
          <p:cNvSpPr txBox="1">
            <a:spLocks/>
          </p:cNvSpPr>
          <p:nvPr/>
        </p:nvSpPr>
        <p:spPr>
          <a:xfrm>
            <a:off x="1209209" y="1532411"/>
            <a:ext cx="9734093" cy="803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rgbClr val="C00000"/>
                </a:solidFill>
                <a:latin typeface="+mn-lt"/>
              </a:rPr>
              <a:t>Third Review</a:t>
            </a:r>
            <a:r>
              <a:rPr lang="en-US" sz="3600" b="1" dirty="0">
                <a:solidFill>
                  <a:srgbClr val="C00000"/>
                </a:solidFill>
                <a:latin typeface="+mn-lt"/>
              </a:rPr>
              <a:t>            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C98B9-4C08-A8BA-DF26-BB0103D9F210}"/>
              </a:ext>
            </a:extLst>
          </p:cNvPr>
          <p:cNvSpPr txBox="1"/>
          <p:nvPr/>
        </p:nvSpPr>
        <p:spPr>
          <a:xfrm>
            <a:off x="409110" y="2584813"/>
            <a:ext cx="11334292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Batch No.: </a:t>
            </a:r>
            <a:r>
              <a:rPr lang="en-US" sz="2400" dirty="0"/>
              <a:t>02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Club Name: </a:t>
            </a:r>
            <a:r>
              <a:rPr lang="en-US" sz="2400" dirty="0"/>
              <a:t>SMART AUTOMATION CLUB</a:t>
            </a:r>
            <a:endParaRPr lang="en-US" sz="2400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Team Members</a:t>
            </a:r>
            <a:r>
              <a:rPr lang="en-US" sz="2400" dirty="0">
                <a:solidFill>
                  <a:srgbClr val="0070C0"/>
                </a:solidFill>
              </a:rPr>
              <a:t>: </a:t>
            </a:r>
            <a:r>
              <a:rPr lang="en-IN" sz="2400" dirty="0"/>
              <a:t>B. </a:t>
            </a:r>
            <a:r>
              <a:rPr lang="en-IN" sz="2400" dirty="0" err="1"/>
              <a:t>Dharaneshwaran</a:t>
            </a:r>
            <a:r>
              <a:rPr lang="en-IN" sz="2400" dirty="0"/>
              <a:t>, A. Harish, R. Dharaneesh, R. </a:t>
            </a:r>
            <a:r>
              <a:rPr lang="en-IN" sz="2400" dirty="0" err="1"/>
              <a:t>Gokilnathan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Full Affiliation: </a:t>
            </a:r>
            <a:r>
              <a:rPr lang="en-IN" sz="2400" dirty="0"/>
              <a:t>III Year MECH, Knowledge Institute of Technology. Salem.</a:t>
            </a:r>
            <a:endParaRPr lang="en-IN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70C0"/>
                </a:solidFill>
              </a:rPr>
              <a:t>Name of the Mentor: </a:t>
            </a:r>
            <a:r>
              <a:rPr lang="en-IN" sz="2400" dirty="0"/>
              <a:t>Prof K.N. Karthick</a:t>
            </a:r>
            <a:endParaRPr lang="en-US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Presentation Date: </a:t>
            </a:r>
            <a:r>
              <a:rPr lang="en-US" sz="2400" dirty="0"/>
              <a:t>08/04/2026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BA2156B-6831-D3FE-FF36-B2CC687B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9BAA91E-2A82-638F-1CCA-06A96F1E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1</a:t>
            </a:fld>
            <a:endParaRPr lang="en-IN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B6DA0AF-2AEB-865F-4876-D80236B9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D6A8-AF7C-4F41-B589-0F714FD698FB}" type="datetime1">
              <a:rPr lang="en-IN" smtClean="0"/>
              <a:t>03-05-2026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973433" y="299022"/>
            <a:ext cx="89688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KNOWLEDGE INSTITUTE OF TECHNOLOGY, SALEM – 637504</a:t>
            </a:r>
            <a:endParaRPr lang="en-IN" sz="28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b="1" dirty="0"/>
              <a:t>(Autonomous Institution)</a:t>
            </a:r>
            <a:endParaRPr lang="en-IN" dirty="0"/>
          </a:p>
        </p:txBody>
      </p:sp>
      <p:pic>
        <p:nvPicPr>
          <p:cNvPr id="10" name="Picture 9" descr="C:\Users\KIOT\Downloads\WhatsApp Image 2025-04-01 at 3.02.50 PM.jpe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/>
        </p:blipFill>
        <p:spPr bwMode="auto">
          <a:xfrm>
            <a:off x="409111" y="568302"/>
            <a:ext cx="956982" cy="9641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942299" y="531646"/>
            <a:ext cx="11340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MAP</a:t>
            </a:r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</a:p>
          <a:p>
            <a:pPr algn="ctr"/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20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3F92-22F3-3D92-C329-41D983BDF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36" y="136525"/>
            <a:ext cx="10515600" cy="113562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Table of Content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24B033-9E02-0011-42ED-E7C5E71F2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582"/>
            <a:ext cx="7315200" cy="3930516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Mentor Interaction and Suggestion Received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Refining MVP based on Mentor Suggestions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Refining MVP based on GTC approach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MVP Prototype Development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First Iteration using GTC to enhance MVP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15DF751-0027-BA6A-65B8-62A671CC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1BF1F56-786F-253F-99D2-87A14C9E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2</a:t>
            </a:fld>
            <a:endParaRPr lang="en-IN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6B05456-CC71-68E8-E77F-5437F16B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983A6-DC0A-451F-AB88-5CAE8FA65D6A}" type="datetime1">
              <a:rPr lang="en-IN" smtClean="0"/>
              <a:t>03-05-2026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24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935" y="444615"/>
            <a:ext cx="8774130" cy="8833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Mentor Interaction and Suggestion Received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C8BA4B-6E73-A76C-E5B1-7803EFA5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C5E398-9C94-9761-56BF-C7025BFF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3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60B25-F4C3-5236-E7B5-6A0C4B03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  <a:t>03-05-2026</a:t>
            </a:fld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834E7E-427B-D30E-5EEA-DB066883EEB2}"/>
              </a:ext>
            </a:extLst>
          </p:cNvPr>
          <p:cNvSpPr txBox="1"/>
          <p:nvPr/>
        </p:nvSpPr>
        <p:spPr>
          <a:xfrm>
            <a:off x="1380811" y="1684789"/>
            <a:ext cx="744787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 initial design with conventional blade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identified key issues: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was slightly complex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Blade system had maintenance and safety concern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given: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Mechanism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Safety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 to explore alternative blade concept.</a:t>
            </a:r>
          </a:p>
        </p:txBody>
      </p:sp>
    </p:spTree>
    <p:extLst>
      <p:ext uri="{BB962C8B-B14F-4D97-AF65-F5344CB8AC3E}">
        <p14:creationId xmlns:p14="http://schemas.microsoft.com/office/powerpoint/2010/main" val="408727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405" y="303012"/>
            <a:ext cx="9863190" cy="80023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Refining MVP based on Mentor Suggestions 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53B7-D4F4-37F7-D356-D927224C0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405" y="1214508"/>
            <a:ext cx="7919883" cy="44605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Design: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traditional cutting blade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maintenance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risk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complex fabrication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Design: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blade with spiked disc (bolt-nut type)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replace and maintain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 operation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structure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“Mentor suggestions led to a safer and simpler design transition”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A090A9-0D87-FCC5-A3AE-BAD795A4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246942-EF09-709A-0970-10666771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4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37E4EEA-C58F-B790-5C21-76261BD7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80CB-483E-472A-8231-CC99DB583B25}" type="datetime1">
              <a:rPr lang="en-IN" smtClean="0"/>
              <a:t>03-05-2026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DC173-4841-05F7-1D41-BFE2559C6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669" y="1214508"/>
            <a:ext cx="2743199" cy="149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3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49" y="172776"/>
            <a:ext cx="10654301" cy="970423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Refining MVP based on GTC approach 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FEA4F6-BD38-1E38-A6EA-3AC794266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009F1D-E955-7ABB-0690-F4B7D6AB5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5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68D2D7F-8191-71B8-B7BD-88F7624FF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2E90-5CF2-4BF4-A9AF-5F76A2EC9442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CB87D7-4A58-1F05-E898-1704AAF65F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1851"/>
            <a:ext cx="844769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Conducted interaction with farmers (GTC)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Feedback received: </a:t>
            </a:r>
          </a:p>
          <a:p>
            <a:pPr marL="9144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Heavy machines are difficult to handle</a:t>
            </a:r>
          </a:p>
          <a:p>
            <a:pPr marL="9144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simple and portable solution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Improvemen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 Based on GTC:</a:t>
            </a:r>
          </a:p>
          <a:p>
            <a:pPr marL="9144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Introduced replaceable bolt-type-spikes</a:t>
            </a:r>
          </a:p>
          <a:p>
            <a:pPr marL="9144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ease of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“Customer feedback validated the updated design choice”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9BBCC2D6-D029-7E9B-F1D7-05D87B382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47" y="1396653"/>
            <a:ext cx="2267512" cy="181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89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367" y="153066"/>
            <a:ext cx="8804952" cy="97042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MVP Prototype Development 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53B7-D4F4-37F7-D356-D927224C0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7" y="1383173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prototype based on updated design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Shaft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Spiked disc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confirms: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working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Feasible design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“Prototype built based on improved design concept”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321420-95FA-5064-DEAC-D6D1B4D19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40E59-9361-CEDB-F302-BBEE0FE6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6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6718C7A-DB1D-58C9-CA1E-C95C941F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161B-7E41-46E7-B0E2-AD87C9F1AA0D}" type="datetime1">
              <a:rPr lang="en-IN" smtClean="0"/>
              <a:t>03-05-2026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973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54" y="153066"/>
            <a:ext cx="11085816" cy="970423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First Iteration using GTC to enhance MVP 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5214A3-492F-003F-548C-2F8F7A6F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7F1465-940B-7D62-4789-65058826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7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7AA79A5-45B9-DCCB-3D2B-F19A96D4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B05F-AFA2-45F7-B558-F3389BA9E355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B6FEBC-D996-62D1-E13C-9206CB80AC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3453" y="1520785"/>
            <a:ext cx="693994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model tested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 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blade not effective 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issues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Shifted to spiked disc mechanism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“Iteration resulted in final optimized design”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93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347</Words>
  <Application>Microsoft Office PowerPoint</Application>
  <PresentationFormat>Widescreen</PresentationFormat>
  <Paragraphs>92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Table of Content </vt:lpstr>
      <vt:lpstr>Mentor Interaction and Suggestion Received</vt:lpstr>
      <vt:lpstr>Refining MVP based on Mentor Suggestions </vt:lpstr>
      <vt:lpstr>Refining MVP based on GTC approach </vt:lpstr>
      <vt:lpstr>MVP Prototype Development </vt:lpstr>
      <vt:lpstr>First Iteration using GTC to enhance MVP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Kamatchi Kannan V</dc:creator>
  <cp:lastModifiedBy>AMBIKA B</cp:lastModifiedBy>
  <cp:revision>51</cp:revision>
  <dcterms:created xsi:type="dcterms:W3CDTF">2024-04-02T09:34:33Z</dcterms:created>
  <dcterms:modified xsi:type="dcterms:W3CDTF">2026-05-03T06:23:42Z</dcterms:modified>
</cp:coreProperties>
</file>