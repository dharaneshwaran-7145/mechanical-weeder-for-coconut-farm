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6B6C-7842-174D-9565-21FF9F5D3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F0504-D0C3-B6B7-E92A-DDB202C68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294A8-8F93-BC12-A0AD-85F756ED0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078B6-38E5-2459-9C2E-1BCF0E0CE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78274-A011-4088-8827-A2908914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34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CA335-0C21-4ACF-9BB9-8D8426DF5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9E8B4-6543-5B40-D9CE-893AB9363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72569-FC7A-FA0D-5290-70B13382D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E8F81-A132-93A9-B7ED-4D30A709A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CFE50-B183-C157-6643-84F12792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122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B8CF-7F72-5CE6-0055-155508F1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1728F-6DD7-8A55-240F-4BC0B8FC3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360B7-DEEC-ADBF-43C7-1647B69E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7DA15-2E9D-F9B4-DCB8-41764D8A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03DAF-B92B-3952-B145-2E679A216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21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A317-4FA8-8485-F0EF-53D1E5976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A6E3B-446C-A805-FBD4-F60BA8ED2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8D196-2153-0731-EF4D-03754E573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FD3FB-30DD-BB5C-EB2E-AD8E5AD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05557-0D47-7596-2967-53384B7A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267E8-86C7-323E-4BA7-97AC7EB30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019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ED9E0-EADC-10B7-7E84-9782DEC8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A2CA2-9F9D-2A17-7320-5E1435D02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8DF8D-94EB-4839-5A5A-6438481E7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50E6A8-9C3B-8F4D-3526-3AE22AEB12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305572-F8CB-4A08-7484-E3EF4C1FD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9714A-40DC-A9C1-6308-EB79DDB8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53E75B-75B0-FDD4-2102-192745CE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BA7CC-3279-8B3B-29E4-44B9CE86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708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322D-9CC6-FA2F-1A47-D48C7EAE4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B4E0A-10AE-9C26-C55B-A777CEF27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AA1C2-9AAD-891B-C510-F0396AEF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725DB-68C9-996C-EAF0-406BEF04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98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6BB1E6-8A55-0DDD-B318-177F6FA3A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2D992-41CD-20EE-2688-F2E5A7EAB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3FDA0-EEFD-A03A-AAB4-EEEAF902F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318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28C3-B38A-5ADB-5F01-48BDA37C4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14E5B-62D9-700F-F210-7AFA4C8A8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4A288-DE0A-FA27-30DC-5AA249450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52503-6128-A357-EB62-17F6A78E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3B1C0-910F-55AA-4AA1-7FA8AEC0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07EE5-F22E-2112-EB34-30CD4E37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211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B32-4FCA-83C3-AB8C-CB6D9DF8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86385-C2BE-22B3-143A-16E37C9DF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9B0CB-650D-66AE-EA36-DBA8561C5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AF6B0-6D2F-29B4-1BD4-75CCDF1C7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3F5F5-B69C-DFE0-CB9F-2B385D3F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5ED74-63C9-60C6-6B9C-C4265A45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54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5454-46B6-8582-C089-A20C29C9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4BC7A-71C2-FF5E-F0B4-FA52316D7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648D1-035A-77A1-3AEF-EFA1FF4F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15DE6-5846-3B6D-7D78-35274E61E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44215-CED2-81A4-FD6B-5EA474B7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79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B8895-3B84-F7CC-61F5-406887FAE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6E1DE-756B-D163-53A8-B31AC3B61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6CEF5-995C-2E49-110A-BC02C76C1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9A375-A961-2456-51ED-52A3B802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CA35F-FD02-BECA-542F-030155CD2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72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100962-71D2-D21C-C7FB-376A610BB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7959A-A194-A067-F0B5-123E5B79B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79DC-2C91-92CC-D64A-8BEF68425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D0474-0BFA-41EF-9A62-5344DCADAFAA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684A5-BD52-E87D-8C57-526DE2C13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53F74-CD61-525A-7F90-AFCCE4BD3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B787E-5087-4005-ADFD-1E2FA5C70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047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155F-46BE-1DDE-E2B4-AD7CA3FD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032" y="109486"/>
            <a:ext cx="10515600" cy="74592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Power Weeder for Coconut Farm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5E404-882E-774B-62A2-5A4C2E54E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32" y="1042156"/>
            <a:ext cx="1740924" cy="1662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9D12D1-7A7A-3CA1-DFBA-7743A661B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187" y="1042156"/>
            <a:ext cx="1740924" cy="1662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5B4FC5-E114-F9C8-B3D9-A416A26FB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891" y="1042156"/>
            <a:ext cx="1740924" cy="16621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E269E9-8AF8-0E3C-DB7B-FD701318F0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5595" y="1042156"/>
            <a:ext cx="1740924" cy="1662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65E2E7-E0B6-9B25-C541-3CA471F3BD7D}"/>
              </a:ext>
            </a:extLst>
          </p:cNvPr>
          <p:cNvSpPr txBox="1"/>
          <p:nvPr/>
        </p:nvSpPr>
        <p:spPr>
          <a:xfrm>
            <a:off x="773117" y="2944933"/>
            <a:ext cx="247268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Wheeled Brush Cutter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Engine-driven rotary cutting system with wheels for support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Limitation: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Bulky and less suitable for narrow spaces between coconut trees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Cost: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₹8,500 to ₹18,500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F2AC38-8612-1081-B032-8842538F9BC2}"/>
              </a:ext>
            </a:extLst>
          </p:cNvPr>
          <p:cNvSpPr txBox="1"/>
          <p:nvPr/>
        </p:nvSpPr>
        <p:spPr>
          <a:xfrm>
            <a:off x="3550864" y="2937468"/>
            <a:ext cx="24726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Rotary Tiller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rotary tines used for soil cultivation and weed removal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Limitation: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size and comparatively difficult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maneuver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around individual coconut trees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Cost: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₹20,000 to ₹ 50,000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06B29C-40EE-C791-8285-396CFF3988A0}"/>
              </a:ext>
            </a:extLst>
          </p:cNvPr>
          <p:cNvSpPr txBox="1"/>
          <p:nvPr/>
        </p:nvSpPr>
        <p:spPr>
          <a:xfrm>
            <a:off x="6328611" y="2944933"/>
            <a:ext cx="24726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Power Tiller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engine-powered tiller for soil loosening and cultivation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Limitation: </a:t>
            </a:r>
            <a:r>
              <a:rPr lang="en-IN" dirty="0"/>
              <a:t>Requires more space for operation and is comparatively heavier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Cost: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₹15,000 to ₹ 30,000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2023BE-EE12-5E15-7762-0E9A38FE11AF}"/>
              </a:ext>
            </a:extLst>
          </p:cNvPr>
          <p:cNvSpPr txBox="1"/>
          <p:nvPr/>
        </p:nvSpPr>
        <p:spPr>
          <a:xfrm>
            <a:off x="9106358" y="2944934"/>
            <a:ext cx="24726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Power Weeder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brush-cutter-based system with a laser-cut spiked disc and replaceable bolt-type spikes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Limitation: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specifically for simple weed removal and easy maintenance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Cost: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₹6,800</a:t>
            </a:r>
          </a:p>
        </p:txBody>
      </p:sp>
    </p:spTree>
    <p:extLst>
      <p:ext uri="{BB962C8B-B14F-4D97-AF65-F5344CB8AC3E}">
        <p14:creationId xmlns:p14="http://schemas.microsoft.com/office/powerpoint/2010/main" val="40828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150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 Weeder for Coconut Farm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Dharaneshwaran B</dc:creator>
  <cp:lastModifiedBy>Dharaneshwaran B</cp:lastModifiedBy>
  <cp:revision>1</cp:revision>
  <dcterms:created xsi:type="dcterms:W3CDTF">2026-08-13T08:02:54Z</dcterms:created>
  <dcterms:modified xsi:type="dcterms:W3CDTF">2026-08-13T08:33:27Z</dcterms:modified>
</cp:coreProperties>
</file>